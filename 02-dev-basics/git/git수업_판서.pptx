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45" d="100"/>
          <a:sy n="145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1146980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>
                <a:latin typeface="Consolas" panose="020B0609020204030204" pitchFamily="49" charset="0"/>
              </a:rPr>
              <a:t>https://github.com/DevOps0906/ai-course-references/tree/main/02-dev-basics/git</a:t>
            </a:r>
          </a:p>
          <a:p>
            <a:endParaRPr lang="en-US" altLang="ko-KR" sz="4000">
              <a:latin typeface="Consolas" panose="020B0609020204030204" pitchFamily="49" charset="0"/>
            </a:endParaRPr>
          </a:p>
          <a:p>
            <a:r>
              <a:rPr lang="ko-KR" altLang="en-US" sz="4000">
                <a:latin typeface="Consolas" panose="020B0609020204030204" pitchFamily="49" charset="0"/>
              </a:rPr>
              <a:t>강사명 : 디지털노마드연구소 </a:t>
            </a:r>
            <a:r>
              <a:rPr lang="en-US" altLang="ko-KR" sz="4000">
                <a:latin typeface="Consolas" panose="020B0609020204030204" pitchFamily="49" charset="0"/>
              </a:rPr>
              <a:t/>
            </a:r>
            <a:r>
              <a:rPr lang="ko-KR" altLang="en-US" sz="4000">
                <a:latin typeface="Consolas" panose="020B0609020204030204" pitchFamily="49" charset="0"/>
              </a:rPr>
              <a:t/>
            </a:r>
            <a:endParaRPr lang="en-US" altLang="ko-KR" sz="4000">
              <a:latin typeface="Consolas" panose="020B0609020204030204" pitchFamily="49" charset="0"/>
            </a:endParaRPr>
          </a:p>
          <a:p>
            <a:endParaRPr lang="ko-KR" altLang="en-US" sz="4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3941336" y="2364827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20262" y="2890345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160154" y="2842203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57E7D1-B94D-7458-1570-AEDBF115D9F8}"/>
              </a:ext>
            </a:extLst>
          </p:cNvPr>
          <p:cNvSpPr txBox="1"/>
          <p:nvPr/>
        </p:nvSpPr>
        <p:spPr>
          <a:xfrm>
            <a:off x="9381093" y="3944226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0366cd0f039472c9ad4648ebba67709663267387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C34D6-F03A-03C4-1D5C-6AF75AD4A09A}"/>
              </a:ext>
            </a:extLst>
          </p:cNvPr>
          <p:cNvSpPr txBox="1"/>
          <p:nvPr/>
        </p:nvSpPr>
        <p:spPr>
          <a:xfrm>
            <a:off x="9599911" y="442160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9322674" y="313733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037257" y="2347506"/>
            <a:ext cx="390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메시지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9496097" y="2733894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8754209C-ED72-3E39-B123-9800C0595792}"/>
              </a:ext>
            </a:extLst>
          </p:cNvPr>
          <p:cNvSpPr/>
          <p:nvPr/>
        </p:nvSpPr>
        <p:spPr>
          <a:xfrm>
            <a:off x="9489553" y="3548618"/>
            <a:ext cx="315307" cy="437556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1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56427" y="2827907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35269" y="357636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56427" y="403944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47618" y="365844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99220" y="4041052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499913" y="48872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887562" y="525660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18745" y="3843111"/>
            <a:ext cx="4538467" cy="2524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444402" y="5071938"/>
            <a:ext cx="4612810" cy="1534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3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9012924" y="628618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16835" y="2692659"/>
            <a:ext cx="3549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>
                <a:solidFill>
                  <a:srgbClr val="FF0000"/>
                </a:solidFill>
              </a:rPr>
              <a:t>새로운 줄 추가</a:t>
            </a:r>
          </a:p>
          <a:p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1B894-F61C-4D45-0000-91DD1D339A44}"/>
              </a:ext>
            </a:extLst>
          </p:cNvPr>
          <p:cNvSpPr txBox="1"/>
          <p:nvPr/>
        </p:nvSpPr>
        <p:spPr>
          <a:xfrm>
            <a:off x="4666436" y="2952672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95BFA-ADB5-B84F-1C45-58D2A9A176D6}"/>
              </a:ext>
            </a:extLst>
          </p:cNvPr>
          <p:cNvSpPr txBox="1"/>
          <p:nvPr/>
        </p:nvSpPr>
        <p:spPr>
          <a:xfrm>
            <a:off x="1092833" y="440690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092C-D645-764B-4250-7251BD1918C9}"/>
              </a:ext>
            </a:extLst>
          </p:cNvPr>
          <p:cNvSpPr txBox="1"/>
          <p:nvPr/>
        </p:nvSpPr>
        <p:spPr>
          <a:xfrm>
            <a:off x="113991" y="4869982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3D14-26D8-923D-DC04-53360C595133}"/>
              </a:ext>
            </a:extLst>
          </p:cNvPr>
          <p:cNvSpPr txBox="1"/>
          <p:nvPr/>
        </p:nvSpPr>
        <p:spPr>
          <a:xfrm>
            <a:off x="4430268" y="3232107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c6c85f4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2F42B0-8ED3-5CBF-BB60-DE695BFECA17}"/>
              </a:ext>
            </a:extLst>
          </p:cNvPr>
          <p:cNvSpPr txBox="1"/>
          <p:nvPr/>
        </p:nvSpPr>
        <p:spPr>
          <a:xfrm>
            <a:off x="4666436" y="3483609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496F8-F1BF-9812-CF10-E0B165DB427A}"/>
              </a:ext>
            </a:extLst>
          </p:cNvPr>
          <p:cNvSpPr txBox="1"/>
          <p:nvPr/>
        </p:nvSpPr>
        <p:spPr>
          <a:xfrm>
            <a:off x="4572000" y="573815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e92152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B41B2-AEC5-0497-E2FD-F44A0116131D}"/>
              </a:ext>
            </a:extLst>
          </p:cNvPr>
          <p:cNvSpPr txBox="1"/>
          <p:nvPr/>
        </p:nvSpPr>
        <p:spPr>
          <a:xfrm>
            <a:off x="4959649" y="6107484"/>
            <a:ext cx="240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console.log('hello');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07A34BE-E3A8-2AFE-E9A4-B157C0FD3D08}"/>
              </a:ext>
            </a:extLst>
          </p:cNvPr>
          <p:cNvSpPr txBox="1"/>
          <p:nvPr/>
        </p:nvSpPr>
        <p:spPr>
          <a:xfrm>
            <a:off x="11065019" y="540873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BE1B2-1681-253D-9B5D-2965FB87D109}"/>
              </a:ext>
            </a:extLst>
          </p:cNvPr>
          <p:cNvSpPr txBox="1"/>
          <p:nvPr/>
        </p:nvSpPr>
        <p:spPr>
          <a:xfrm>
            <a:off x="10020731" y="4914505"/>
            <a:ext cx="4206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"README </a:t>
            </a:r>
            <a:r>
              <a:rPr lang="ko-KR" altLang="en-US">
                <a:latin typeface="Consolas" panose="020B0609020204030204" pitchFamily="49" charset="0"/>
              </a:rPr>
              <a:t>내용 추가 및 </a:t>
            </a:r>
            <a:r>
              <a:rPr lang="en-US" altLang="ko-KR">
                <a:latin typeface="Consolas" panose="020B0609020204030204" pitchFamily="49" charset="0"/>
              </a:rPr>
              <a:t>app.js </a:t>
            </a:r>
            <a:r>
              <a:rPr lang="ko-KR" altLang="en-US">
                <a:latin typeface="Consolas" panose="020B0609020204030204" pitchFamily="49" charset="0"/>
              </a:rPr>
              <a:t>생성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58987-89F5-5FF5-9B7E-0DAE8B160CB3}"/>
              </a:ext>
            </a:extLst>
          </p:cNvPr>
          <p:cNvSpPr txBox="1"/>
          <p:nvPr/>
        </p:nvSpPr>
        <p:spPr>
          <a:xfrm>
            <a:off x="10057212" y="540873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78D24-FBC7-B3EC-DC37-158BEEE6E9D4}"/>
              </a:ext>
            </a:extLst>
          </p:cNvPr>
          <p:cNvSpPr txBox="1"/>
          <p:nvPr/>
        </p:nvSpPr>
        <p:spPr>
          <a:xfrm>
            <a:off x="9012924" y="491450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2a6135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8CC34-87B7-F52B-ABE4-B1DF9FDDEE4D}"/>
              </a:ext>
            </a:extLst>
          </p:cNvPr>
          <p:cNvSpPr txBox="1"/>
          <p:nvPr/>
        </p:nvSpPr>
        <p:spPr>
          <a:xfrm>
            <a:off x="10020731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parent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76F60D-0302-E1CD-6D80-97B9F56B0371}"/>
              </a:ext>
            </a:extLst>
          </p:cNvPr>
          <p:cNvSpPr txBox="1"/>
          <p:nvPr/>
        </p:nvSpPr>
        <p:spPr>
          <a:xfrm>
            <a:off x="9012924" y="46189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A6F9ECF-A53B-B1C7-7B9B-A79C3FA5341D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>
            <a:off x="8930234" y="2503803"/>
            <a:ext cx="82691" cy="2299842"/>
          </a:xfrm>
          <a:prstGeom prst="bentConnector3">
            <a:avLst>
              <a:gd name="adj1" fmla="val 3764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BA7FF89E-42A5-528D-23BA-C8F5AA81C54C}"/>
              </a:ext>
            </a:extLst>
          </p:cNvPr>
          <p:cNvSpPr/>
          <p:nvPr/>
        </p:nvSpPr>
        <p:spPr>
          <a:xfrm>
            <a:off x="10032160" y="5738152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6FC813-9847-6FFE-F2C7-5DD8BDE8FDE6}"/>
              </a:ext>
            </a:extLst>
          </p:cNvPr>
          <p:cNvSpPr txBox="1"/>
          <p:nvPr/>
        </p:nvSpPr>
        <p:spPr>
          <a:xfrm>
            <a:off x="10049745" y="586347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52B8AD-9266-BA1F-AAEC-1C152B2621FF}"/>
              </a:ext>
            </a:extLst>
          </p:cNvPr>
          <p:cNvSpPr txBox="1"/>
          <p:nvPr/>
        </p:nvSpPr>
        <p:spPr>
          <a:xfrm>
            <a:off x="9041938" y="5863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ccbdda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B97A25-CDFC-1D2B-CF2B-516854DA1DFF}"/>
              </a:ext>
            </a:extLst>
          </p:cNvPr>
          <p:cNvSpPr txBox="1"/>
          <p:nvPr/>
        </p:nvSpPr>
        <p:spPr>
          <a:xfrm>
            <a:off x="10049745" y="6139588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c6c85f README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e92152 app.js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CBC972-1D9C-2C16-B662-BC07D3D32D1F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5501395" y="3416773"/>
            <a:ext cx="4548350" cy="2898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43BFC86-855B-6A46-ECC5-F5970DA070BD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5516489" y="5922818"/>
            <a:ext cx="4540723" cy="683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F98141-330C-3510-F4A8-1DC735AF261C}"/>
              </a:ext>
            </a:extLst>
          </p:cNvPr>
          <p:cNvSpPr txBox="1"/>
          <p:nvPr/>
        </p:nvSpPr>
        <p:spPr>
          <a:xfrm>
            <a:off x="4461955" y="4185247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43c386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9308B1-4D62-4DF7-913D-86787FA13C5C}"/>
              </a:ext>
            </a:extLst>
          </p:cNvPr>
          <p:cNvSpPr txBox="1"/>
          <p:nvPr/>
        </p:nvSpPr>
        <p:spPr>
          <a:xfrm>
            <a:off x="4698123" y="4436749"/>
            <a:ext cx="35493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en-US" altLang="ko-KR"/>
              <a:t># </a:t>
            </a:r>
            <a:r>
              <a:rPr lang="ko-KR" altLang="en-US"/>
              <a:t>나의 첫 </a:t>
            </a:r>
            <a:r>
              <a:rPr lang="en-US" altLang="ko-KR"/>
              <a:t>Git </a:t>
            </a:r>
            <a:r>
              <a:rPr lang="ko-KR" altLang="en-US"/>
              <a:t>프로젝트</a:t>
            </a:r>
            <a:endParaRPr lang="en-US" altLang="ko-KR"/>
          </a:p>
          <a:p>
            <a:r>
              <a:rPr lang="ko-KR" altLang="en-US"/>
              <a:t>이 프로젝트는 </a:t>
            </a:r>
            <a:r>
              <a:rPr lang="en-US" altLang="ko-KR"/>
              <a:t>Git </a:t>
            </a:r>
            <a:r>
              <a:rPr lang="ko-KR" altLang="en-US"/>
              <a:t>학습용입니다</a:t>
            </a:r>
            <a:r>
              <a:rPr lang="en-US" altLang="ko-KR"/>
              <a:t>.</a:t>
            </a:r>
          </a:p>
          <a:p>
            <a:r>
              <a:rPr lang="ko-KR" altLang="en-US"/>
              <a:t>새로운 줄 추가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FED67-812B-7FCD-7EFF-2D5ABA8CBA98}"/>
              </a:ext>
            </a:extLst>
          </p:cNvPr>
          <p:cNvSpPr/>
          <p:nvPr/>
        </p:nvSpPr>
        <p:spPr>
          <a:xfrm>
            <a:off x="346841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Working Directory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4F911-D248-98C5-79F9-1093C6C4430B}"/>
              </a:ext>
            </a:extLst>
          </p:cNvPr>
          <p:cNvSpPr/>
          <p:nvPr/>
        </p:nvSpPr>
        <p:spPr>
          <a:xfrm>
            <a:off x="4698123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Staging Area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2AF6A4-2B67-2173-3C17-2D2DBBA98680}"/>
              </a:ext>
            </a:extLst>
          </p:cNvPr>
          <p:cNvSpPr/>
          <p:nvPr/>
        </p:nvSpPr>
        <p:spPr>
          <a:xfrm>
            <a:off x="9049405" y="798786"/>
            <a:ext cx="2785242" cy="134006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Repository 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2AE80-31F8-3A32-D3C7-A972AEADAD48}"/>
              </a:ext>
            </a:extLst>
          </p:cNvPr>
          <p:cNvSpPr txBox="1"/>
          <p:nvPr/>
        </p:nvSpPr>
        <p:spPr>
          <a:xfrm>
            <a:off x="3179379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add .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028B-7B72-D5CF-1F6B-BB43D807B1E1}"/>
              </a:ext>
            </a:extLst>
          </p:cNvPr>
          <p:cNvSpPr txBox="1"/>
          <p:nvPr/>
        </p:nvSpPr>
        <p:spPr>
          <a:xfrm>
            <a:off x="7656786" y="29954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 commit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E70D5-7DD1-1EBA-98B8-75F8B2B9C3C4}"/>
              </a:ext>
            </a:extLst>
          </p:cNvPr>
          <p:cNvSpPr txBox="1"/>
          <p:nvPr/>
        </p:nvSpPr>
        <p:spPr>
          <a:xfrm>
            <a:off x="1035269" y="236482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D927C94-ED52-134A-9272-7E95A30D3F2C}"/>
              </a:ext>
            </a:extLst>
          </p:cNvPr>
          <p:cNvCxnSpPr/>
          <p:nvPr/>
        </p:nvCxnSpPr>
        <p:spPr>
          <a:xfrm>
            <a:off x="3852041" y="733316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97BBD2-131F-A234-5418-5DDD4621253D}"/>
              </a:ext>
            </a:extLst>
          </p:cNvPr>
          <p:cNvCxnSpPr/>
          <p:nvPr/>
        </p:nvCxnSpPr>
        <p:spPr>
          <a:xfrm>
            <a:off x="8382305" y="643729"/>
            <a:ext cx="0" cy="51658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1C88D1-6602-3766-FF1B-668B1409E33E}"/>
              </a:ext>
            </a:extLst>
          </p:cNvPr>
          <p:cNvSpPr txBox="1"/>
          <p:nvPr/>
        </p:nvSpPr>
        <p:spPr>
          <a:xfrm>
            <a:off x="4447618" y="247529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0366cd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DC39-DBEC-09A3-F260-608213125529}"/>
              </a:ext>
            </a:extLst>
          </p:cNvPr>
          <p:cNvSpPr txBox="1"/>
          <p:nvPr/>
        </p:nvSpPr>
        <p:spPr>
          <a:xfrm>
            <a:off x="446588" y="2775465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85C46-F032-5867-CD7F-777E1BA18A7A}"/>
              </a:ext>
            </a:extLst>
          </p:cNvPr>
          <p:cNvSpPr txBox="1"/>
          <p:nvPr/>
        </p:nvSpPr>
        <p:spPr>
          <a:xfrm>
            <a:off x="10001358" y="3419783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</a:p>
          <a:p>
            <a:r>
              <a:rPr lang="en-US" altLang="ko-KR">
                <a:latin typeface="Consolas" panose="020B0609020204030204" pitchFamily="49" charset="0"/>
              </a:rPr>
              <a:t>0366cd  README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BCA99-DE29-5DDF-12A1-5A953C268AF2}"/>
              </a:ext>
            </a:extLst>
          </p:cNvPr>
          <p:cNvSpPr txBox="1"/>
          <p:nvPr/>
        </p:nvSpPr>
        <p:spPr>
          <a:xfrm>
            <a:off x="9938040" y="2319137"/>
            <a:ext cx="3677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commit : </a:t>
            </a:r>
            <a:r>
              <a:rPr lang="ko-KR" altLang="en-US">
                <a:latin typeface="Consolas" panose="020B0609020204030204" pitchFamily="49" charset="0"/>
              </a:rPr>
              <a:t>작성자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반영자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"</a:t>
            </a:r>
            <a:r>
              <a:rPr lang="ko-KR" altLang="en-US">
                <a:latin typeface="Consolas" panose="020B0609020204030204" pitchFamily="49" charset="0"/>
              </a:rPr>
              <a:t>최초 커밋</a:t>
            </a:r>
            <a:r>
              <a:rPr lang="en-US" altLang="ko-KR">
                <a:latin typeface="Consolas" panose="020B0609020204030204" pitchFamily="49" charset="0"/>
              </a:rPr>
              <a:t>: README </a:t>
            </a:r>
            <a:r>
              <a:rPr lang="ko-KR" altLang="en-US">
                <a:latin typeface="Consolas" panose="020B0609020204030204" pitchFamily="49" charset="0"/>
              </a:rPr>
              <a:t>파일 추가</a:t>
            </a:r>
            <a:r>
              <a:rPr lang="en-US" altLang="ko-KR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F2F5CFD-6A72-64E2-F8CD-B524370EBCA9}"/>
              </a:ext>
            </a:extLst>
          </p:cNvPr>
          <p:cNvSpPr/>
          <p:nvPr/>
        </p:nvSpPr>
        <p:spPr>
          <a:xfrm>
            <a:off x="10006352" y="3226646"/>
            <a:ext cx="315307" cy="218778"/>
          </a:xfrm>
          <a:prstGeom prst="downArrow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9F0FD2-1D13-562C-C37B-80A59B872E59}"/>
              </a:ext>
            </a:extLst>
          </p:cNvPr>
          <p:cNvSpPr txBox="1"/>
          <p:nvPr/>
        </p:nvSpPr>
        <p:spPr>
          <a:xfrm>
            <a:off x="8993551" y="341978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8B32C-E26A-DC6B-209E-3828B27B5320}"/>
              </a:ext>
            </a:extLst>
          </p:cNvPr>
          <p:cNvSpPr txBox="1"/>
          <p:nvPr/>
        </p:nvSpPr>
        <p:spPr>
          <a:xfrm>
            <a:off x="8930233" y="231913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5C2E878-EF3E-C49E-BB3C-53700E81F75C}"/>
              </a:ext>
            </a:extLst>
          </p:cNvPr>
          <p:cNvCxnSpPr>
            <a:stCxn id="28" idx="1"/>
            <a:endCxn id="15" idx="3"/>
          </p:cNvCxnSpPr>
          <p:nvPr/>
        </p:nvCxnSpPr>
        <p:spPr>
          <a:xfrm flipH="1" flipV="1">
            <a:off x="5392107" y="2659962"/>
            <a:ext cx="3601444" cy="94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BBAA0-9EAC-65E9-444C-C522C77AA6E9}"/>
              </a:ext>
            </a:extLst>
          </p:cNvPr>
          <p:cNvSpPr txBox="1"/>
          <p:nvPr/>
        </p:nvSpPr>
        <p:spPr>
          <a:xfrm>
            <a:off x="11028538" y="28925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tree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DC500E-2DC8-760D-EEC7-C01A77B45147}"/>
              </a:ext>
            </a:extLst>
          </p:cNvPr>
          <p:cNvSpPr txBox="1"/>
          <p:nvPr/>
        </p:nvSpPr>
        <p:spPr>
          <a:xfrm>
            <a:off x="10020731" y="289259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febf6d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86D42-72F4-8E7D-37FA-2CBAA095036F}"/>
              </a:ext>
            </a:extLst>
          </p:cNvPr>
          <p:cNvSpPr txBox="1"/>
          <p:nvPr/>
        </p:nvSpPr>
        <p:spPr>
          <a:xfrm>
            <a:off x="777765" y="-12169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branch </a:t>
            </a:r>
            <a:r>
              <a:rPr lang="ko-KR" altLang="en-US">
                <a:latin typeface="Consolas" panose="020B0609020204030204" pitchFamily="49" charset="0"/>
              </a:rPr>
              <a:t>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507EA-A97C-CA2A-B794-F1E1A0D4E724}"/>
              </a:ext>
            </a:extLst>
          </p:cNvPr>
          <p:cNvSpPr txBox="1"/>
          <p:nvPr/>
        </p:nvSpPr>
        <p:spPr>
          <a:xfrm>
            <a:off x="4619067" y="2798592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"#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  <a:r>
              <a:rPr lang="en-US" altLang="ko-KR"/>
              <a:t>"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4EB41-26F5-7542-225D-E510215C311C}"/>
              </a:ext>
            </a:extLst>
          </p:cNvPr>
          <p:cNvSpPr txBox="1"/>
          <p:nvPr/>
        </p:nvSpPr>
        <p:spPr>
          <a:xfrm>
            <a:off x="7561034" y="253013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70ECF5-F56F-8B22-E68D-AF87468B2FA4}"/>
              </a:ext>
            </a:extLst>
          </p:cNvPr>
          <p:cNvSpPr txBox="1"/>
          <p:nvPr/>
        </p:nvSpPr>
        <p:spPr>
          <a:xfrm>
            <a:off x="7561034" y="231913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F4BEC0-9F3B-6AB6-880D-ACCFB782F258}"/>
              </a:ext>
            </a:extLst>
          </p:cNvPr>
          <p:cNvCxnSpPr>
            <a:stCxn id="18" idx="3"/>
            <a:endCxn id="29" idx="1"/>
          </p:cNvCxnSpPr>
          <p:nvPr/>
        </p:nvCxnSpPr>
        <p:spPr>
          <a:xfrm flipV="1">
            <a:off x="8505523" y="2503803"/>
            <a:ext cx="424710" cy="210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ADBB13-2540-E8E8-12F0-2D04B983529F}"/>
              </a:ext>
            </a:extLst>
          </p:cNvPr>
          <p:cNvSpPr txBox="1"/>
          <p:nvPr/>
        </p:nvSpPr>
        <p:spPr>
          <a:xfrm>
            <a:off x="7602380" y="199539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8343D3-7CD3-E88B-D0D7-02423D67C445}"/>
              </a:ext>
            </a:extLst>
          </p:cNvPr>
          <p:cNvSpPr txBox="1"/>
          <p:nvPr/>
        </p:nvSpPr>
        <p:spPr>
          <a:xfrm>
            <a:off x="7602380" y="1784404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A2753EE-7FDC-A7B4-999F-0B1D922B8E3E}"/>
              </a:ext>
            </a:extLst>
          </p:cNvPr>
          <p:cNvCxnSpPr>
            <a:cxnSpLocks/>
            <a:stCxn id="35" idx="3"/>
            <a:endCxn id="29" idx="1"/>
          </p:cNvCxnSpPr>
          <p:nvPr/>
        </p:nvCxnSpPr>
        <p:spPr>
          <a:xfrm>
            <a:off x="8546869" y="2180064"/>
            <a:ext cx="383364" cy="3237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9878002-D5A7-1C0A-D341-2FCB5859DF42}"/>
              </a:ext>
            </a:extLst>
          </p:cNvPr>
          <p:cNvSpPr txBox="1"/>
          <p:nvPr/>
        </p:nvSpPr>
        <p:spPr>
          <a:xfrm>
            <a:off x="7480291" y="28619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*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DCAA42-1E1B-1366-2F1C-849F25CC83FF}"/>
              </a:ext>
            </a:extLst>
          </p:cNvPr>
          <p:cNvSpPr txBox="1"/>
          <p:nvPr/>
        </p:nvSpPr>
        <p:spPr>
          <a:xfrm>
            <a:off x="3581136" y="3964681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refs/heads/feature-signup</a:t>
            </a:r>
            <a:endParaRPr lang="ko-KR" altLang="en-US">
              <a:latin typeface="Consolas" panose="020B0609020204030204" pitchFamily="49" charset="0"/>
            </a:endParaRPr>
          </a:p>
          <a:p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FF2DD-84DC-A96A-5DDC-FC699E542445}"/>
              </a:ext>
            </a:extLst>
          </p:cNvPr>
          <p:cNvSpPr txBox="1"/>
          <p:nvPr/>
        </p:nvSpPr>
        <p:spPr>
          <a:xfrm>
            <a:off x="5353591" y="35953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37077A4-5E42-0DA9-E786-F77E21E31DA5}"/>
              </a:ext>
            </a:extLst>
          </p:cNvPr>
          <p:cNvCxnSpPr>
            <a:cxnSpLocks/>
            <a:stCxn id="53" idx="3"/>
            <a:endCxn id="65" idx="1"/>
          </p:cNvCxnSpPr>
          <p:nvPr/>
        </p:nvCxnSpPr>
        <p:spPr>
          <a:xfrm flipV="1">
            <a:off x="6931733" y="2985880"/>
            <a:ext cx="692619" cy="13019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9458338-8AC4-6185-9B08-5E18C1DD594F}"/>
              </a:ext>
            </a:extLst>
          </p:cNvPr>
          <p:cNvSpPr txBox="1"/>
          <p:nvPr/>
        </p:nvSpPr>
        <p:spPr>
          <a:xfrm>
            <a:off x="7624352" y="301220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450416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C2B319-A743-4E2F-29CF-2D71499619EE}"/>
              </a:ext>
            </a:extLst>
          </p:cNvPr>
          <p:cNvSpPr txBox="1"/>
          <p:nvPr/>
        </p:nvSpPr>
        <p:spPr>
          <a:xfrm>
            <a:off x="7624352" y="280121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D124FE9-C420-5A51-E9D8-DE51FD94461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8497570" y="2503803"/>
            <a:ext cx="432663" cy="762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74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4545125" y="36922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4428674" y="300803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774282" y="3377365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841407" y="5185648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841407" y="5772717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5"/>
            <a:endCxn id="16" idx="0"/>
          </p:cNvCxnSpPr>
          <p:nvPr/>
        </p:nvCxnSpPr>
        <p:spPr>
          <a:xfrm>
            <a:off x="4860125" y="4194701"/>
            <a:ext cx="30608" cy="99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368446" y="220115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555711" y="2484178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2588681"/>
            <a:ext cx="1664978" cy="1532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075157" y="3273720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5975879" y="364305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660214" y="2693184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90733" y="2693184"/>
            <a:ext cx="1769481" cy="249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35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546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18968-03AF-C2BD-E144-B0E755BB9DED}"/>
              </a:ext>
            </a:extLst>
          </p:cNvPr>
          <p:cNvSpPr txBox="1"/>
          <p:nvPr/>
        </p:nvSpPr>
        <p:spPr>
          <a:xfrm>
            <a:off x="3635016" y="83987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feature-login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26E65-A1A5-9A68-9F7B-03718E9BE29E}"/>
              </a:ext>
            </a:extLst>
          </p:cNvPr>
          <p:cNvSpPr txBox="1"/>
          <p:nvPr/>
        </p:nvSpPr>
        <p:spPr>
          <a:xfrm>
            <a:off x="896435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feature-signup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3C7B96E8-3AF6-24D2-D457-6CA10C45780E}"/>
              </a:ext>
            </a:extLst>
          </p:cNvPr>
          <p:cNvSpPr/>
          <p:nvPr/>
        </p:nvSpPr>
        <p:spPr>
          <a:xfrm>
            <a:off x="4583935" y="1188307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D91F3B5-0ABD-9F56-9E42-098094D59FA0}"/>
              </a:ext>
            </a:extLst>
          </p:cNvPr>
          <p:cNvCxnSpPr>
            <a:cxnSpLocks/>
            <a:stCxn id="4" idx="7"/>
            <a:endCxn id="32" idx="2"/>
          </p:cNvCxnSpPr>
          <p:nvPr/>
        </p:nvCxnSpPr>
        <p:spPr>
          <a:xfrm flipV="1">
            <a:off x="2176067" y="1292810"/>
            <a:ext cx="2407868" cy="27993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A546594-A14C-5049-3B77-4221D8252984}"/>
              </a:ext>
            </a:extLst>
          </p:cNvPr>
          <p:cNvCxnSpPr>
            <a:cxnSpLocks/>
            <a:stCxn id="32" idx="4"/>
            <a:endCxn id="24" idx="0"/>
          </p:cNvCxnSpPr>
          <p:nvPr/>
        </p:nvCxnSpPr>
        <p:spPr>
          <a:xfrm flipH="1">
            <a:off x="2121856" y="1397313"/>
            <a:ext cx="2566582" cy="378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E613A0-578E-AEEE-4116-5000B30A1CFD}"/>
              </a:ext>
            </a:extLst>
          </p:cNvPr>
          <p:cNvSpPr txBox="1"/>
          <p:nvPr/>
        </p:nvSpPr>
        <p:spPr>
          <a:xfrm>
            <a:off x="4683213" y="1480914"/>
            <a:ext cx="196399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로그인 기능 추가</a:t>
            </a:r>
            <a:endParaRPr lang="en-US" altLang="ko-K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A5533C-9995-2BF3-6A09-D455D07F44B0}"/>
              </a:ext>
            </a:extLst>
          </p:cNvPr>
          <p:cNvSpPr txBox="1"/>
          <p:nvPr/>
        </p:nvSpPr>
        <p:spPr>
          <a:xfrm>
            <a:off x="4583935" y="185024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login.html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81B083-064F-7079-5AAE-11B61D507176}"/>
              </a:ext>
            </a:extLst>
          </p:cNvPr>
          <p:cNvSpPr txBox="1"/>
          <p:nvPr/>
        </p:nvSpPr>
        <p:spPr>
          <a:xfrm>
            <a:off x="6644511" y="3692213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feature-button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2B69A-669C-5C5A-A383-0F4D97AD3EBE}"/>
              </a:ext>
            </a:extLst>
          </p:cNvPr>
          <p:cNvSpPr txBox="1"/>
          <p:nvPr/>
        </p:nvSpPr>
        <p:spPr>
          <a:xfrm>
            <a:off x="7770981" y="1871211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feature-header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837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09387B9-D09A-743C-FEE2-F699EFED1F49}"/>
              </a:ext>
            </a:extLst>
          </p:cNvPr>
          <p:cNvSpPr/>
          <p:nvPr/>
        </p:nvSpPr>
        <p:spPr>
          <a:xfrm>
            <a:off x="1997669" y="4061545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C2265E-1D41-4EF2-3821-776502EC9CBE}"/>
              </a:ext>
            </a:extLst>
          </p:cNvPr>
          <p:cNvSpPr/>
          <p:nvPr/>
        </p:nvSpPr>
        <p:spPr>
          <a:xfrm>
            <a:off x="4681727" y="4016303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A02EB5-1681-AE77-54DE-4FD6A16884D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206675" y="4120806"/>
            <a:ext cx="2475052" cy="45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0A6DF3-7B65-421D-23F6-C9376A9915EA}"/>
              </a:ext>
            </a:extLst>
          </p:cNvPr>
          <p:cNvSpPr txBox="1"/>
          <p:nvPr/>
        </p:nvSpPr>
        <p:spPr>
          <a:xfrm>
            <a:off x="10928072" y="3931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994F6-16B0-96A1-FD2A-C9D0DEEC6132}"/>
              </a:ext>
            </a:extLst>
          </p:cNvPr>
          <p:cNvSpPr txBox="1"/>
          <p:nvPr/>
        </p:nvSpPr>
        <p:spPr>
          <a:xfrm>
            <a:off x="10811621" y="3246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CEAAEEC-EF63-B36C-AFF7-ACEFDE5B73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157229" y="3616296"/>
            <a:ext cx="0" cy="358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BBF48-9D48-CB16-77AC-5F3A8D2CDDB3}"/>
              </a:ext>
            </a:extLst>
          </p:cNvPr>
          <p:cNvSpPr txBox="1"/>
          <p:nvPr/>
        </p:nvSpPr>
        <p:spPr>
          <a:xfrm>
            <a:off x="3763299" y="5170136"/>
            <a:ext cx="2098651" cy="64633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B15A5-9C64-5337-4786-7F82EA9225F2}"/>
              </a:ext>
            </a:extLst>
          </p:cNvPr>
          <p:cNvSpPr txBox="1"/>
          <p:nvPr/>
        </p:nvSpPr>
        <p:spPr>
          <a:xfrm>
            <a:off x="3763299" y="575720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D941C31-5804-36FD-8E72-B32D86A70248}"/>
              </a:ext>
            </a:extLst>
          </p:cNvPr>
          <p:cNvCxnSpPr>
            <a:cxnSpLocks/>
            <a:stCxn id="5" idx="4"/>
            <a:endCxn id="16" idx="0"/>
          </p:cNvCxnSpPr>
          <p:nvPr/>
        </p:nvCxnSpPr>
        <p:spPr>
          <a:xfrm>
            <a:off x="4786230" y="4225309"/>
            <a:ext cx="26395" cy="944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D2C14-2918-990F-430D-CB112B2873D9}"/>
              </a:ext>
            </a:extLst>
          </p:cNvPr>
          <p:cNvSpPr txBox="1"/>
          <p:nvPr/>
        </p:nvSpPr>
        <p:spPr>
          <a:xfrm>
            <a:off x="1228823" y="5185648"/>
            <a:ext cx="1786066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8B643-6749-6EAA-00FB-44BBBF60E4DB}"/>
              </a:ext>
            </a:extLst>
          </p:cNvPr>
          <p:cNvSpPr txBox="1"/>
          <p:nvPr/>
        </p:nvSpPr>
        <p:spPr>
          <a:xfrm>
            <a:off x="1129545" y="555498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329F19-8BE5-176B-92F6-7CE59CFA86B4}"/>
              </a:ext>
            </a:extLst>
          </p:cNvPr>
          <p:cNvCxnSpPr>
            <a:cxnSpLocks/>
            <a:stCxn id="4" idx="4"/>
            <a:endCxn id="24" idx="0"/>
          </p:cNvCxnSpPr>
          <p:nvPr/>
        </p:nvCxnSpPr>
        <p:spPr>
          <a:xfrm>
            <a:off x="2102172" y="4270551"/>
            <a:ext cx="19684" cy="9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C6D7F8A9-9F7C-6C6B-2645-D4A6D7FD0BAC}"/>
              </a:ext>
            </a:extLst>
          </p:cNvPr>
          <p:cNvSpPr/>
          <p:nvPr/>
        </p:nvSpPr>
        <p:spPr>
          <a:xfrm>
            <a:off x="6831776" y="3975240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930A971-4D54-1938-39A7-B041064DE5CD}"/>
              </a:ext>
            </a:extLst>
          </p:cNvPr>
          <p:cNvCxnSpPr>
            <a:cxnSpLocks/>
            <a:stCxn id="5" idx="6"/>
            <a:endCxn id="53" idx="2"/>
          </p:cNvCxnSpPr>
          <p:nvPr/>
        </p:nvCxnSpPr>
        <p:spPr>
          <a:xfrm flipV="1">
            <a:off x="4890733" y="4079743"/>
            <a:ext cx="1941043" cy="410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D8CE32-74F7-1DDD-B906-E6C673486792}"/>
              </a:ext>
            </a:extLst>
          </p:cNvPr>
          <p:cNvSpPr txBox="1"/>
          <p:nvPr/>
        </p:nvSpPr>
        <p:spPr>
          <a:xfrm>
            <a:off x="6351222" y="4764782"/>
            <a:ext cx="118974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ko-KR" altLang="en-US"/>
              <a:t>버튼 추가</a:t>
            </a:r>
            <a:endParaRPr lang="en-US" altLang="ko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A259E9-1EC8-A9EF-5DC3-C86F4B967D97}"/>
              </a:ext>
            </a:extLst>
          </p:cNvPr>
          <p:cNvSpPr txBox="1"/>
          <p:nvPr/>
        </p:nvSpPr>
        <p:spPr>
          <a:xfrm>
            <a:off x="6251944" y="513411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button.html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53F90CB-8FDD-31D6-DCE4-4055D0E5D574}"/>
              </a:ext>
            </a:extLst>
          </p:cNvPr>
          <p:cNvCxnSpPr>
            <a:cxnSpLocks/>
            <a:stCxn id="53" idx="4"/>
            <a:endCxn id="59" idx="0"/>
          </p:cNvCxnSpPr>
          <p:nvPr/>
        </p:nvCxnSpPr>
        <p:spPr>
          <a:xfrm>
            <a:off x="6936279" y="4184246"/>
            <a:ext cx="9818" cy="58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514B1FE-E398-7EDE-3A45-B58690FF1277}"/>
              </a:ext>
            </a:extLst>
          </p:cNvPr>
          <p:cNvCxnSpPr>
            <a:cxnSpLocks/>
            <a:stCxn id="53" idx="4"/>
            <a:endCxn id="16" idx="0"/>
          </p:cNvCxnSpPr>
          <p:nvPr/>
        </p:nvCxnSpPr>
        <p:spPr>
          <a:xfrm flipH="1">
            <a:off x="4812625" y="4184246"/>
            <a:ext cx="2123654" cy="985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1321C6-BC4F-D9FC-1D62-FDC11E9C3314}"/>
              </a:ext>
            </a:extLst>
          </p:cNvPr>
          <p:cNvSpPr txBox="1"/>
          <p:nvPr/>
        </p:nvSpPr>
        <p:spPr>
          <a:xfrm>
            <a:off x="5975879" y="37314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$ git merge feature-button 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F12D6EE-8902-920D-E002-CD42C5225F91}"/>
              </a:ext>
            </a:extLst>
          </p:cNvPr>
          <p:cNvSpPr/>
          <p:nvPr/>
        </p:nvSpPr>
        <p:spPr>
          <a:xfrm>
            <a:off x="8738953" y="2287519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6F94139-48A9-8EBE-FF9E-1981F740E86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40782" y="2392022"/>
            <a:ext cx="1698171" cy="1658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AFF0AD-A773-4026-A547-78CFCBD0438B}"/>
              </a:ext>
            </a:extLst>
          </p:cNvPr>
          <p:cNvSpPr txBox="1"/>
          <p:nvPr/>
        </p:nvSpPr>
        <p:spPr>
          <a:xfrm>
            <a:off x="8250170" y="2903987"/>
            <a:ext cx="282801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&lt;header&gt;</a:t>
            </a:r>
            <a:r>
              <a:rPr lang="ko-KR" altLang="en-US"/>
              <a:t>헤더</a:t>
            </a:r>
            <a:r>
              <a:rPr lang="en-US" altLang="ko-KR"/>
              <a:t>&lt;/header&gt;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D47F-AB68-EB84-316C-4CA5C32EA4F5}"/>
              </a:ext>
            </a:extLst>
          </p:cNvPr>
          <p:cNvSpPr txBox="1"/>
          <p:nvPr/>
        </p:nvSpPr>
        <p:spPr>
          <a:xfrm>
            <a:off x="8150892" y="3273319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header.html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20ED41-7638-36CC-158D-46C126001274}"/>
              </a:ext>
            </a:extLst>
          </p:cNvPr>
          <p:cNvCxnSpPr>
            <a:cxnSpLocks/>
            <a:stCxn id="29" idx="4"/>
          </p:cNvCxnSpPr>
          <p:nvPr/>
        </p:nvCxnSpPr>
        <p:spPr>
          <a:xfrm>
            <a:off x="8843456" y="2496525"/>
            <a:ext cx="19684" cy="407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F2D20CA-5A1A-0E0A-3D9B-300ED47C619F}"/>
              </a:ext>
            </a:extLst>
          </p:cNvPr>
          <p:cNvCxnSpPr>
            <a:cxnSpLocks/>
            <a:stCxn id="29" idx="4"/>
            <a:endCxn id="59" idx="0"/>
          </p:cNvCxnSpPr>
          <p:nvPr/>
        </p:nvCxnSpPr>
        <p:spPr>
          <a:xfrm flipH="1">
            <a:off x="6946097" y="2496525"/>
            <a:ext cx="1897359" cy="226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81CB027-60B5-A51C-B984-CF1C504D09BD}"/>
              </a:ext>
            </a:extLst>
          </p:cNvPr>
          <p:cNvCxnSpPr>
            <a:cxnSpLocks/>
            <a:stCxn id="29" idx="4"/>
            <a:endCxn id="16" idx="0"/>
          </p:cNvCxnSpPr>
          <p:nvPr/>
        </p:nvCxnSpPr>
        <p:spPr>
          <a:xfrm flipH="1">
            <a:off x="4812625" y="2496525"/>
            <a:ext cx="4030831" cy="2673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0CF960C0-E169-A27E-E43A-CCE4D4EA868D}"/>
              </a:ext>
            </a:extLst>
          </p:cNvPr>
          <p:cNvSpPr/>
          <p:nvPr/>
        </p:nvSpPr>
        <p:spPr>
          <a:xfrm>
            <a:off x="8799181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A5CB680-3B31-DEF2-E296-CDB541EEE9E0}"/>
              </a:ext>
            </a:extLst>
          </p:cNvPr>
          <p:cNvCxnSpPr>
            <a:cxnSpLocks/>
            <a:stCxn id="53" idx="6"/>
            <a:endCxn id="62" idx="2"/>
          </p:cNvCxnSpPr>
          <p:nvPr/>
        </p:nvCxnSpPr>
        <p:spPr>
          <a:xfrm flipV="1">
            <a:off x="7040782" y="4061545"/>
            <a:ext cx="1758399" cy="181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3433CA3-81C6-2403-C12D-30E51008D2DC}"/>
              </a:ext>
            </a:extLst>
          </p:cNvPr>
          <p:cNvSpPr txBox="1"/>
          <p:nvPr/>
        </p:nvSpPr>
        <p:spPr>
          <a:xfrm>
            <a:off x="8094942" y="4776214"/>
            <a:ext cx="2329484" cy="9233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# Branch </a:t>
            </a:r>
            <a:r>
              <a:rPr lang="ko-KR" altLang="en-US">
                <a:latin typeface="Consolas" panose="020B0609020204030204" pitchFamily="49" charset="0"/>
              </a:rPr>
              <a:t>실습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 </a:t>
            </a:r>
            <a:r>
              <a:rPr lang="ko-KR" altLang="en-US">
                <a:latin typeface="Consolas" panose="020B0609020204030204" pitchFamily="49" charset="0"/>
              </a:rPr>
              <a:t>브랜치 작업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main</a:t>
            </a:r>
            <a:r>
              <a:rPr lang="ko-KR" altLang="en-US">
                <a:latin typeface="Consolas" panose="020B0609020204030204" pitchFamily="49" charset="0"/>
              </a:rPr>
              <a:t>에서 별도 수정</a:t>
            </a: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448106-E7A7-2706-EBD7-CC043682CEE5}"/>
              </a:ext>
            </a:extLst>
          </p:cNvPr>
          <p:cNvSpPr txBox="1"/>
          <p:nvPr/>
        </p:nvSpPr>
        <p:spPr>
          <a:xfrm>
            <a:off x="8339777" y="571080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README.md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191761C-491E-1124-1D87-48AA5981DE21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6946097" y="4166048"/>
            <a:ext cx="1957587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5B39312-88BF-F834-3B6D-84E85830B7BD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903684" y="4166048"/>
            <a:ext cx="36046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8015D4A-F31A-5E5B-8B99-C78A9919D1A2}"/>
              </a:ext>
            </a:extLst>
          </p:cNvPr>
          <p:cNvSpPr/>
          <p:nvPr/>
        </p:nvSpPr>
        <p:spPr>
          <a:xfrm>
            <a:off x="10597234" y="3957042"/>
            <a:ext cx="209006" cy="209006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DA71763-2047-E677-9493-FFF0B7C5C208}"/>
              </a:ext>
            </a:extLst>
          </p:cNvPr>
          <p:cNvCxnSpPr>
            <a:cxnSpLocks/>
            <a:stCxn id="62" idx="6"/>
            <a:endCxn id="85" idx="2"/>
          </p:cNvCxnSpPr>
          <p:nvPr/>
        </p:nvCxnSpPr>
        <p:spPr>
          <a:xfrm>
            <a:off x="9008187" y="4061545"/>
            <a:ext cx="15890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95F7994-8D2E-CD3E-2E49-EE0009C92B4C}"/>
              </a:ext>
            </a:extLst>
          </p:cNvPr>
          <p:cNvCxnSpPr>
            <a:cxnSpLocks/>
            <a:stCxn id="85" idx="4"/>
          </p:cNvCxnSpPr>
          <p:nvPr/>
        </p:nvCxnSpPr>
        <p:spPr>
          <a:xfrm flipH="1">
            <a:off x="8911270" y="4166048"/>
            <a:ext cx="1790467" cy="59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5263A16-334D-FBE2-B048-E7A3B2914C20}"/>
              </a:ext>
            </a:extLst>
          </p:cNvPr>
          <p:cNvCxnSpPr>
            <a:cxnSpLocks/>
            <a:stCxn id="85" idx="4"/>
            <a:endCxn id="59" idx="0"/>
          </p:cNvCxnSpPr>
          <p:nvPr/>
        </p:nvCxnSpPr>
        <p:spPr>
          <a:xfrm flipH="1">
            <a:off x="6946097" y="4166048"/>
            <a:ext cx="3755640" cy="59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DB6BE20-2790-66A3-4D9F-C66F44182A74}"/>
              </a:ext>
            </a:extLst>
          </p:cNvPr>
          <p:cNvCxnSpPr>
            <a:cxnSpLocks/>
            <a:stCxn id="29" idx="6"/>
            <a:endCxn id="85" idx="0"/>
          </p:cNvCxnSpPr>
          <p:nvPr/>
        </p:nvCxnSpPr>
        <p:spPr>
          <a:xfrm>
            <a:off x="8947959" y="2392022"/>
            <a:ext cx="1753778" cy="15650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A9189D7-044A-FE7F-3AEC-EE44E94E8C70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9664179" y="3282418"/>
            <a:ext cx="1037558" cy="674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92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248A5-1085-5EBB-C48D-730A0DE5C3D2}"/>
              </a:ext>
            </a:extLst>
          </p:cNvPr>
          <p:cNvSpPr txBox="1"/>
          <p:nvPr/>
        </p:nvSpPr>
        <p:spPr>
          <a:xfrm>
            <a:off x="877824" y="2189335"/>
            <a:ext cx="4253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writer@nomadaifactory.com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5550B-42C1-BCB8-E4E7-B79313E54C9B}"/>
              </a:ext>
            </a:extLst>
          </p:cNvPr>
          <p:cNvSpPr txBox="1"/>
          <p:nvPr/>
        </p:nvSpPr>
        <p:spPr>
          <a:xfrm>
            <a:off x="485939" y="449363"/>
            <a:ext cx="1058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https://github.com/DevOps0906/my-first-github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51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558</Words>
  <Application>Microsoft Office PowerPoint</Application>
  <PresentationFormat>와이드스크린</PresentationFormat>
  <Paragraphs>197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16</cp:revision>
  <dcterms:created xsi:type="dcterms:W3CDTF">2026-05-04T10:27:52Z</dcterms:created>
  <dcterms:modified xsi:type="dcterms:W3CDTF">2026-05-20T08:51:35Z</dcterms:modified>
</cp:coreProperties>
</file>