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 (C)  ·  1 /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기초와 컴파일 과정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hello.c 가 실행파일이 되기까지, 그리고 그 안에서 값이 메모리에 놓이는 방식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4480560"/>
            <a:ext cx="45720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4480560"/>
            <a:ext cx="45720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4480560"/>
            <a:ext cx="45720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4480560"/>
            <a:ext cx="45720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0976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78A67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온디바이스 AI  ·  2026. 9. 7 (월)  ·  8시간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8교시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 단위 4블록 · 각 교시는 예제 → 함정 → 빈칸 채우기 순서로 진행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개발환경·첫 컴파일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hello.c, 종료 코드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과정 해부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전처리·컴파일·어셈블·링크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헤더/소스 분리·Makefile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 vs 정의, 헤더 가드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자료형과 메모리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sizeof, 엔디안, 2의 보수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형변환·오버플로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 &lt; 1u, 정수 나눗셈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연산자·제어문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=/==, &amp;/&amp;&amp;, fall-through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함수와 스코프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전달, 스택 프레임, static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4251960"/>
            <a:ext cx="548640" cy="548640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811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28116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야구 · 정리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빌드 도구      오후: 언어 자체      마지막: 손에 익히기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— 오늘 하루 종일 쓰는 한 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gcc 와 make 가 도는지 먼저 확인하고, 이 명령을 손에 익힙니다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583680" cy="1737360"/>
          </a:xfrm>
          <a:prstGeom prst="roundRect">
            <a:avLst>
              <a:gd name="adj" fmla="val 3158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--version      # gcc (Ubuntu 13.x)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--version     # GNU Make 4.x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-o app app.c &amp;&amp; ./app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-Wall -Wextra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실수를 경고로. 오늘 함정 대부분이 여기서 잡힘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304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이름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파일 이름 (없으면 a.out)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8712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 / -S / -c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871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전처리·어셈블리·오브젝트에서 멈춤 (2교시)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4381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-O0 / -O2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3438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끔 / 켬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005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4005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gdb 디버깅 정보 (Day 4)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math.h 함수 링크 (5교시)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6583680" cy="64008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9776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하나: 경고가 나오면 읽는다. 오늘 제출 조건은 -Wall -Wextra 경고 0개.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658368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75488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80060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어제까지 Python으로 다룬 센서 프레임 $T=25.3,H=60,D=120* 을 오늘부터 C로 다룹니다.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09:00–09:50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컴파일과 실행은 다른 일이다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printf("Hello, C!\n");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4630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hello.c          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a.out  hello.c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./a.out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C!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hello.c -o hello 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./hello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C!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(소스)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4526280"/>
            <a:ext cx="73152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60320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42062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(기계어)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4526280"/>
            <a:ext cx="73152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21208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./hello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42062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EF1F5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가 실행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12064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516636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Python과 다른 점: 소스를 고치면 다시 컴파일해야 결과가 바뀝니다. 문자열을 바꾸고 ./hello 만 다시 실행해 보세요 — 옛날 결과가 나옵니다.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의 반환값은 어디로 가는가  ·  헤더를 빼면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코드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printf("센서 초기화 실패\n");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7;   // 0 이 아니면 비정상 종료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./exitcode; echo "종료 코드: $?"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센서 초기화 실패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종료 코드: 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39496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52628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57200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$? 는 직전 프로그램의 종료 코드. 셸 스크립트·Makefile·systemd 가 이 값으로 성공/실패를 판단합니다. Jetson 서비스가 죽었는지 볼 때 다시 만납니다.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#include 누락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828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stdio.h 없음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printf("Hello\n");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429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nohdr.c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implicit declaration of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function 'printf'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526280"/>
            <a:ext cx="5303520" cy="91440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526280"/>
            <a:ext cx="54864" cy="91440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0528" y="45720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헤더는 "이런 함수가 있다"는 선언을 담습니다. 선언이 없으면 컴파일러는 인자·반환 타입을 검사할 수 없습니다. 3교시에서 선언과 정의를 정확히 나눕니다.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10:00–10:50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gcc 한 줄 뒤의 네 단계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단계를 옵션으로 멈춰 세워 산출물을 직접 봅니다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B2A41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468880"/>
            <a:ext cx="32004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1168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#include, #define 처리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2788920"/>
            <a:ext cx="4114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→ 어셈블리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2788920"/>
            <a:ext cx="4114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5800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어셈블러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어셈블리 → 기계어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2788920"/>
            <a:ext cx="4114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8116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8116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링커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오브젝트 + libc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555480" y="39319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55480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libc.a  ·  printf, puts …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87000" y="3931920"/>
            <a:ext cx="0" cy="-411480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8640" y="4526280"/>
            <a:ext cx="7498080" cy="1463040"/>
          </a:xfrm>
          <a:prstGeom prst="roundRect">
            <a:avLst>
              <a:gd name="adj" fmla="val 375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61772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-E hello.c -o hello.i     # ① 전처리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-S hello.i -o hello.s     # ② 컴파일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-c hello.s -o hello.o     # ③ 어셈블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hello.o -o hello          # ④ 링크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hello.c hello.i         # 6 → 815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21040" y="4526280"/>
            <a:ext cx="3291840" cy="14630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4526280"/>
            <a:ext cx="54864" cy="14630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22208" y="4572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6줄이 815줄: #include 는 그 파일을 그 자리에 통째로 붙여넣기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D1-1 빌드 파이프라인 — 상자를 눌러 산출물 확인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읽기 — printf 는 어디로, puts 는 누가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hello.s  (어셈블리)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577840" cy="2926080"/>
          </a:xfrm>
          <a:prstGeom prst="roundRect">
            <a:avLst>
              <a:gd name="adj" fmla="val 187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.LC0: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.string "Hello, C!"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pushq   %rbp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movq    %rsp, %rbp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leaq    .LC0(%rip), %rdi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call    puts@PLT      # printf 가 아니라 puts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movl    $0, %eax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popq    %rbp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5577840" cy="10058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800600"/>
            <a:ext cx="54864" cy="10058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8463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서식(%d 등)이 없고 \n 으로 끝나는 printf 는 컴파일러가 더 단순한 puts 로 바꿉니다. 코드를 "그대로" 번역하지 않는다는 첫 증거.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  (심볼 표)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173736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8288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 hello.o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U puts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0000000000000000 T main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 hello | grep -E "main|puts"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0000000000001139 T main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U puts@GLIBC_2.2.5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 — 이 파일에서 정의됨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undefined — 누군가 채워야 함 (링커의 일)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120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@GLIBC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완료 — 실행 시 libc.so 에서 찾음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D1-1 · hello.s, hello.o 상자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"컴파일은 됐는데 undefined reference"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read_sensor(void);   // 선언만, 본문 없음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read_sensor());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947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-c link_err.c          # ③ 까지 성공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link_err.o -o link_err # ④ 에서 실패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reference to `read_sensor'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5486400" cy="100584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937760"/>
            <a:ext cx="54864" cy="100584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9834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선언이 있으니 컴파일러는 만족. 정의를 어느 .o 에서도 못 찾았다는 링커의 말. 단골 원인: 함수 이름 오타 · .c 파일 빠뜨림 · -lm 누락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수준 비교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18288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-S -O0 hello.c -o o0.s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-S -O2 hello.c -o o2.s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o0.s o2.s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45 o0.s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42 o2.s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diff o0.s o2.s   # pushq %rbp 가 사라짐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840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840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디버깅용. 코드를 그대로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343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343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릴리스. 프레임 생략, tail call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846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846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우선 — MCU 플래시가 작을 때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11:00–11:50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선언은 .h, 정의는 .c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있는지" 와 "실제 본문" 을 나눈다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#ifndef SENSOR_H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SENSOR_H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t; int h; int d;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Reading;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is_alert(Reading r);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print_reading(Reading r);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"sensor.h"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is_alert(Reading r)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r.t &gt; 35.0;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print_reading(Reading r)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printf("T=%.1f %s\n", r.t,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is_alert(r) ? "ALERT" : "OK");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47472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0116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"sensor.h"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Reading r1 = {25.3, 60, 120};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Reading r2 = {36.9, 70, 150};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print_reading(r1);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print_reading(r2);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5943600" cy="1051560"/>
          </a:xfrm>
          <a:prstGeom prst="roundRect">
            <a:avLst>
              <a:gd name="adj" fmla="val 521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377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main.c sensor.c -o app &amp;&amp; ./app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T=25.3 OK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T=36.9 ALERT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4846320"/>
            <a:ext cx="4937760" cy="105156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846320"/>
            <a:ext cx="54864" cy="105156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76288" y="48920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"sensor.h" 따옴표: 현재 폴더 먼저   ·   &lt;stdio.h&gt; 꺾쇠: 시스템 경로만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문법은 Day 3 — 오늘은 "여러 값을 한 묶음으로" 로만 읽기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같은 헤더가 두 번 들어오면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5603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365760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116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common.h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1965960"/>
            <a:ext cx="-914400" cy="59436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08960" y="1965960"/>
            <a:ext cx="914400" cy="59436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3063240"/>
            <a:ext cx="1005840" cy="59436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14800" y="3063240"/>
            <a:ext cx="-1005840" cy="594360"/>
          </a:xfrm>
          <a:prstGeom prst="line">
            <a:avLst/>
          </a:prstGeom>
          <a:noFill/>
          <a:ln w="19050">
            <a:solidFill>
              <a:srgbClr val="D6452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84048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include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5262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전처리 결과 (가드 없음)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{...} Point;   // a.h 경유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add(int, int);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{...} Point;   // b.h 경유 ← 재정의!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add(int, int);            // 선언 중복은 OK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해법: 헤더 가드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173736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18288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#ifndef COMMON_H   // 아직 정의 안 됐으면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COMMON_H   // 정의하고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 int x, y; } Point;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             // 이미 있으면 통째로 건너뜀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4160520"/>
            <a:ext cx="274320" cy="27432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선언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 나와도 OK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4709160"/>
            <a:ext cx="274320" cy="274320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구조체·typedef 정의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91540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번만. 두 번이면 redefinition 에러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5257800"/>
            <a:ext cx="274320" cy="27432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 이름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915400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파일명_H 대문자가 관례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D1-2 헤더 가드 — 토글을 끄고 에러부터 본다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Makefile — 바뀐 것만 다시 만든다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1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    = gcc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= -Wall -Wextra -O2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 main.o sensor.o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-o app main.o sensor.o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main.o: main.c sensor.h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-c main.c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sensor.o: sensor.c sensor.h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-c sensor.c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rm -f *.o app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타깃: 의존파일  — 의존 파일이 타깃보다 새로우면 아래 명령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줄 앞은 반드시 탭 (공백이면 missing separator)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4630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         # gcc 세 줄 실행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 'app' is up to date.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sensor.c &amp;&amp; make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sensor.o, app 만 다시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sensor.h &amp;&amp; make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main.o, sensor.o, app 전부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39319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48463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48463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57607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5760720"/>
            <a:ext cx="1188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57607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576072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32720" y="57607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32720" y="576072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4846320"/>
            <a:ext cx="1143000" cy="-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287000" y="4846320"/>
            <a:ext cx="-1143000" cy="-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20840" y="5760720"/>
            <a:ext cx="502920" cy="-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86800" y="5760720"/>
            <a:ext cx="-1097280" cy="-457200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2560" y="5760720"/>
            <a:ext cx="1005840" cy="-457200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972800" y="5760720"/>
            <a:ext cx="-457200" cy="-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5577840"/>
            <a:ext cx="5120640" cy="68580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577840"/>
            <a:ext cx="54864" cy="68580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56235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헤더를 의존성에 안 적으면: 헤더를 고쳐도 오래된 .o 가 링크되어 "분명 고쳤는데 안 바뀌는" 버그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13:00–13:50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 = 바이트 수 + 해석 규칙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예측 먼저 쓰고, 그 다음 실행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sizeof(…)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x86-64 Linux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 (32bit)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057400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057400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59736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459736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459736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459736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862072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862072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286207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86207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264408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64408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!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666744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666744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3666744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3666744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069080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06908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471416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471416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2377440" y="4471416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114800" y="4471416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4873752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4873752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2377440" y="487375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114800" y="487375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276088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5276088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2377440" y="5276088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114800" y="5276088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!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고정폭 타입인가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0" y="21031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은 Windows 에서 4, 포인터는 32비트 MCU 에서 4 — 플랫폼마다 다르다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레지스터·통신 프로토콜은 비트 폭이 정해져 있다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임베디드는 stdint.h 의 uint8_t · int16_t · uint32_t 를 쓴다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%zu 는 size_t (sizeof 의 결과 타입) 출력용 서식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400800" y="4480560"/>
            <a:ext cx="5212080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37960" y="45720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&lt;stdint.h&gt;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distance_mm;  // 0~4000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int8_t   temp_c;       // -40~125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uint8_t  humidity;     // 0~100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Frame;                   // sizeof =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넘치면 잘린다 — 300 을 uint8_t 에 넣으면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300;   // 0x0000012C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0x…1000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00101100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210312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9050">
            <a:solidFill>
              <a:srgbClr val="C9D1DC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9202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0x…1001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9050">
            <a:solidFill>
              <a:srgbClr val="C9D1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32918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0x…1002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9050">
            <a:solidFill>
              <a:srgbClr val="C9D1DC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6634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0x…1003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91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낮은 주소 (LSB 먼저 = 리틀 엔디안)                  uint8_t 로 바꾸면 이 세 칸이 떨어져 나감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5943600" cy="1828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0690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a = 250;  a += 10;   // 260 → 4     (260−256)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int8_t  b = 127;  b++;       // → -128      (부호 비트로 넘어감)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300; unsigned char c = x;  // → 44 (0x2C)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 %d %d\n", a, b, c);   // 4 -128 44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엔디안 — 바이트로 직접 보기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58000" y="2103120"/>
            <a:ext cx="475488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21945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 = 0x11223344;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char *p = (unsigned char *)&amp;v;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printf("%02X %02X %02X %02X\n",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p[0], p[1], p[2], p[3]);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44 33 22 11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3977640"/>
            <a:ext cx="475488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397764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59168" y="40233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덤프나 시리얼로 받은 바이트가 "거꾸로" 보이는 이유. 네트워크 바이트 순서(빅 엔디안)와 반대라 프로토콜에서 항상 확인.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0" y="4983480"/>
            <a:ext cx="4754880" cy="82296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4983480"/>
            <a:ext cx="54864" cy="82296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5029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signed 오버플로는 C 표준상 정의되지 않은 동작 — 컴파일러가 뭘 해도 됨. 실제 코드에서 절대 의존 금지.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D1-3 메모리 바이트 뷰어 — 300 → uint8_t, 엔디안 토글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비트, 다른 해석 — 2의 보수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D6452E"/>
          </a:solidFill>
          <a:ln w="19050">
            <a:solidFill>
              <a:srgbClr val="D645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61872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DCE6FA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61872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75104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75104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975104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88336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88336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688336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01568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DCE6FA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01568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28032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41264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41264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541264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비트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0175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EEF1F5"/>
          </a:solidFill>
          <a:ln w="15875">
            <a:solidFill>
              <a:srgbClr val="EEF1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unsigned char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3429000" y="30175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BE3DF"/>
          </a:solidFill>
          <a:ln w="15875">
            <a:solidFill>
              <a:srgbClr val="FBE3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signed char (2의 보수)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1188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-56</a:t>
            </a:r>
            <a:endParaRPr lang="en-US" sz="34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297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128+64+8 = 200          200 − 256 = −56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48463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char u = 200;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char   s = u;        // 같은 비트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printf("%u %d\n", u, s);   // 200 -56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67512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범위와 경계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~ 255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7840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 + 1 → 0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67512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int8_t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04672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−128 ~ 127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78408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 + 1 → −128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66751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0467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~ 65535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78408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67512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04672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−2³¹ ~ 2³¹−1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784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675120" y="4114800"/>
            <a:ext cx="4937760" cy="8229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5120" y="4114800"/>
            <a:ext cx="54864" cy="8229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76288" y="41605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 = 01111111. 여기서 1을 더하는 순간 부호 비트로 넘어간다. 다이얼에서 바늘이 빨개지는 그 지점.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675120" y="5074920"/>
            <a:ext cx="4937760" cy="73152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75120" y="5074920"/>
            <a:ext cx="54864" cy="7315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876288" y="51206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 128개 + 0 + 양수 127개 = 256. 그래서 −128 은 있는데 +128 은 없다.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D1-4 2의 보수 다이얼 — 슬라이더 127 → 128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14:00–14:50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-1 은 1 보다 작다. 정말?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 &lt;  1u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false (0)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603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int, 오른쪽은 unsigned int. 타입이 다르다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int 와 unsigned int 를 비교하면 int 쪽이 unsigned 로 변환된다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404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 의 비트 0xFFFFFFFF 를 unsigned 로 읽으면 4294967295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805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4294967295 &lt; 1 은 거짓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463040"/>
            <a:ext cx="466344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15544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-1 &lt; 1);            //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-1 &lt; 1u);           //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-1 &lt; sizeof(int));  //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printf("%u\n", (unsigned)-1);      // 4294967295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333756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3429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promo.c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comparison of integer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expressions of different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signedness [-Wsign-compare]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4846320"/>
            <a:ext cx="4663440" cy="10058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4846320"/>
            <a:ext cx="54864" cy="10058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50608" y="48920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sizeof 의 결과가 size_t(unsigned) 라서, 배열 길이와 음수 인덱스를 비교하는 코드가 자주 빠지는 함정. -Wextra 가 잡아준다.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D1-5 정수 승격 함정 — 재생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 나눗셈과 실수 비교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정수 / 정수 = 정수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      // 3      (버림)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2.0    // 3.5    (한쪽만 실수여도 실수 연산)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2      // 1      (나머지)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 = 26;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f1 = c * 9 / 5 + 32;    // 78.0  (234/5=46 잘림)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f2 = c * 9.0 / 5 + 32;  // 78.8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852160" cy="7772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251960"/>
            <a:ext cx="54864" cy="7772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297680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= 25 로 바꾸면 둘 다 77.0 으로 우연히 맞는다. 테스트 값 하나로 안심하면 안 되는 이유.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5852160" cy="1005840"/>
          </a:xfrm>
          <a:prstGeom prst="roundRect">
            <a:avLst>
              <a:gd name="adj" fmla="val 545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2578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avg = sum / 4;          // 정수면 잘림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avg = (double)sum / 4;  // OK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avg = (double)(sum / 4);// 틀림 — 잘린 뒤 변환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실수는 == 로 비교하지 않는다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173736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8288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&lt;math.h&gt;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 = 0.1 + 0.2;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0.3                  // 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printf("%.20f", a);      // 0.30000000000000004441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fabs(a - 0.3) &lt; 1e-9     // 1  (오차 범위)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(int)3.99                 // 3  (버림, 반올림 아님)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40690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fp.c -o fp -lm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-lm 을 빼면 → undefined reference to 'fabs'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= 2교시의 링크 에러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5212080"/>
            <a:ext cx="484632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521208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7728" y="52578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 도 계산에 들어가면 int 로 승격. sizeof('A'+1) 은 4. uint8_t += 10 도 int 로 계산한 뒤 8비트로 잘라 넣는 것.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15:00–15:50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셋 — 전부 -Wall 이 경고한다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vs  ==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7452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0;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= 5) printf("A");   // A — 대입! 항상 참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== 5) printf("B");  // 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356616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52044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습관: if (5 == x) 처럼 상수를 왼쪽에 — 실수하면 컴파일 에러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663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suggest parentheses around assignment used as truth value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vs  &amp;&amp;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17830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187452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2, b = 4;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    // 0   비트 AND  010 &amp; 100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&amp;&amp; b   // 1   논리 AND  둘 다 0 아님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3520440"/>
            <a:ext cx="356616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352044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44568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연산은 Day 3 레지스터 제어의 핵심. 지금은 구분만.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시프트 우선순위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38160" y="17830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5320" y="187452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&lt;&lt; 3 + 1     // 16   (+ 가 먼저: 1 &lt;&lt; 4)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&lt;&lt; 3) + 1   // 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56616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52044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39328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시프트에는 항상 괄호. 레지스터 마스크 REG |= (1 &lt;&lt; n) 습관.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38160" y="457200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75320" y="4663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suggest parentheses around '+' inside '&lt;&lt;'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 — 공은 벽(break)을 만날 때까지 굴러간다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2926080"/>
          </a:xfrm>
          <a:prstGeom prst="roundRect">
            <a:avLst>
              <a:gd name="adj" fmla="val 187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level = 2;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(level)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 printf("FREEZE 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  printf("COLD ");          // break 없음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  printf("NORMAL "); break;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4:  printf("WARM 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printf("ALERT 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COLD NORMAL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1371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84080" y="1554480"/>
            <a:ext cx="77724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858000" y="1938528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9385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84080" y="2121408"/>
            <a:ext cx="77724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858000" y="2505456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25054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84080" y="2688336"/>
            <a:ext cx="777240" cy="109728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3072384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95160" y="30723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84080" y="3255264"/>
            <a:ext cx="77724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58000" y="3639312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3639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3822192"/>
            <a:ext cx="77724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46520" y="2057400"/>
            <a:ext cx="237744" cy="237744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5392" y="2331720"/>
            <a:ext cx="0" cy="50292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858000" y="4224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n=2 진입 → case 3 의 break 에서 정지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5852160" cy="64008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434840"/>
            <a:ext cx="54864" cy="64008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4805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는 블록이 아니라 점프 목적지. level 을 1, 4, 9 로 바꿔 예측 → 실행.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58521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3035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this statement may fall through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[-Wimplicit-fallthrough=]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4526280"/>
            <a:ext cx="4754880" cy="1508760"/>
          </a:xfrm>
          <a:prstGeom prst="roundRect">
            <a:avLst>
              <a:gd name="adj" fmla="val 3636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95160" y="46177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의도적 fall-through 는 주석으로 표시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'y': case 'Y':      // 빈 case 는 경고 없음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 = 1; break;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1: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prepare();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fall through        ← gcc 가 인식, 경고 사라짐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2: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run(); break;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D1-6 switch fall-through — 벽을 눌러 break 넣기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16:00–16:50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인자는 값이 복사된다 (call by value)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120640" cy="3291840"/>
          </a:xfrm>
          <a:prstGeom prst="roundRect">
            <a:avLst>
              <a:gd name="adj" fmla="val 1667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inc(int x)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x++;                     // 복사본 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printf("안: %d\n", x);   // 안: 6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5;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inc(a);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printf("밖: %d\n", a);   // 밖: 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의 프레임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 의 프레임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1783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 → 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78240" y="2240280"/>
            <a:ext cx="54864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877824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 가 끝나면 이 프레임은 사라지고, a 는 5 그대로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474720"/>
            <a:ext cx="5303520" cy="10058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474720"/>
            <a:ext cx="54864" cy="10058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35204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바꾸려면 주소를 넘겨야 한다 — Day 2 포인터의 첫 번째 동기. 오늘 세 번 미뤄둔 &amp;v, const char *, &amp;s 가 전부 여기서 풀린다.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변수 → 스택 프레임 안 · 함수 반환 시 소멸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fact(3) — 프레임이 쌓이고 사라지는 순서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93776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calls = 0;   // 데이터 영역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fact(int n)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calls++;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&lt;= 1) return 1;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fact(n - 1);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 = fact(3);    // 먼저 변수에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printf("결과 %d, 호출 %d번\n", r, calls);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// 결과 6, 호출 3번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0350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(아래→위)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402336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4023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fact(3)  n=3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4023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3·2 = 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fact(2)  n=2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246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2·1 =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fact(1)  n=1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468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 ↑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 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18320" y="14173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9760" y="1490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영역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= 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함수가 끝나도 남는다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2971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들어갈 때 3→2→1, 돌아올 때 1→2→3 (LIFO)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나중에 쌓인 프레임이 먼저 사라진다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· 전역은 스택과 무관하게 계속 산다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074920"/>
            <a:ext cx="54864" cy="8229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512064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안 static: 첫 호출에 한 번만 초기화, 호출 사이에 값 유지 (next_id 카운터, 이동평균 버퍼).   파일 범위 static: "이 파일 밖에서 안 보임" — 같은 단어, 다른 뜻.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D1-7 스택 프레임 — 한 단계씩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인자 평가 순서  ·  재귀의 한계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035040" cy="2468880"/>
          </a:xfrm>
          <a:prstGeom prst="roundRect">
            <a:avLst>
              <a:gd name="adj" fmla="val 2222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next_id(void) { static int id = 0; return ++id;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 %d %d\n", next_id(), next_id(), next_id());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3 2 1   (gcc: 오른쪽부터 평가)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printf("결과 %d, 호출 %d번\n", fact(3), calls);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결과 6, 호출 0번   ← calls 가 먼저 읽힘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6035040" cy="91440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77640"/>
            <a:ext cx="54864" cy="91440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2336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표준은 인자 평가 순서를 정하지 않는다. 부수효과가 있는 호출을 한 식에 여러 번 넣지 말 것. 순서가 중요하면 변수에 먼저 받는다.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4663440" cy="1920240"/>
          </a:xfrm>
          <a:prstGeom prst="roundRect">
            <a:avLst>
              <a:gd name="adj" fmla="val 2857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146304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depth(int n)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== 0 ? 0 : 1 + depth(n - 1);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depth(10000);      // OK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depth(10000000);   // Segmentation fault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크기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(Linux)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약 8 MB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 태스크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 KB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Cortex-M0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1~2 KB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5166360"/>
            <a:ext cx="4663440" cy="5486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5166360"/>
            <a:ext cx="54864" cy="5486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0608" y="5212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임베디드에서 재귀는 깊이를 확실히 알 때만.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17:00–17:50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숫자 야구, 함수로 쪼개기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4개 (main.c · game.c · game.h · Makefile) · -Wall -Wextra 경고 0개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BF0D3"/>
          </a:solidFill>
          <a:ln w="19050">
            <a:solidFill>
              <a:srgbClr val="C98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만들기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gen_answer()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rand()%10, 중복 없이 3개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2423160"/>
            <a:ext cx="201168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07208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07208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받기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07208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read_guess()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07208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scanf 반환값 검사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64608" y="2423160"/>
            <a:ext cx="201168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65776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65776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65776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is_valid()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65776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0~9, 서로 다름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23176" y="2423160"/>
            <a:ext cx="201168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24344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24344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/ B 판정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24344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judge()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24344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for 하나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81744" y="2423160"/>
            <a:ext cx="201168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82912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82912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출력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582912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print_result()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582912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"1S 2B", 3S 면 종료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4476" y="3017520"/>
            <a:ext cx="914" cy="365760"/>
          </a:xfrm>
          <a:prstGeom prst="line">
            <a:avLst/>
          </a:prstGeom>
          <a:noFill/>
          <a:ln w="15875">
            <a:solidFill>
              <a:srgbClr val="C98A1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835908" y="3383280"/>
            <a:ext cx="2258568" cy="914"/>
          </a:xfrm>
          <a:prstGeom prst="line">
            <a:avLst/>
          </a:prstGeom>
          <a:noFill/>
          <a:ln w="15875">
            <a:solidFill>
              <a:srgbClr val="C98A1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835908" y="3383280"/>
            <a:ext cx="0" cy="-347472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807208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입력이면 다시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11612" y="3017520"/>
            <a:ext cx="914" cy="777240"/>
          </a:xfrm>
          <a:prstGeom prst="line">
            <a:avLst/>
          </a:prstGeom>
          <a:noFill/>
          <a:ln w="15875">
            <a:solidFill>
              <a:srgbClr val="C98A1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110228" y="3794760"/>
            <a:ext cx="6501384" cy="914"/>
          </a:xfrm>
          <a:prstGeom prst="line">
            <a:avLst/>
          </a:prstGeom>
          <a:noFill/>
          <a:ln w="15875">
            <a:solidFill>
              <a:srgbClr val="C98A1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110228" y="3794760"/>
            <a:ext cx="0" cy="-758952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065776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3S 가 아니면 다음 턴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게임당 한 번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807208" y="1508760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턴마다 반복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297680"/>
            <a:ext cx="676656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438912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(1)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(!read_guess(g)) { printf("입력 오류\n"); continue;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(!is_valid(g))   { printf("서로 다른 숫자 세 개\n"); continue;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tries++;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 = 0, b = 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judge(ans, g, &amp;s, &amp;b);      // &amp;s — Day 2 에서 설명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print_result(s, b, tries);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 == 3) break;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89520" y="4297680"/>
            <a:ext cx="4023360" cy="1737360"/>
          </a:xfrm>
          <a:prstGeom prst="rect">
            <a:avLst/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9520" y="4297680"/>
            <a:ext cx="54864" cy="1737360"/>
          </a:xfrm>
          <a:prstGeom prst="rect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90688" y="4343400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뼈대(game.h · main.c · game.c 일부)는 실습 자료에 있습니다. is_valid, judge 의 ++, print_result 만 채우면 됩니다.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미완성이어도 함수 분리 구조가 잡혀 있으면 통과.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D1-8 숫자 야구 흐름 — 한 턴 재생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체크리스트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6420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&amp;&amp; make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47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빌드 성공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3288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-Wall -Wextra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15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0개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0156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"12"  "abc"  "1 1 2"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844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입력에서 죽지 않고 다시 묻는다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7024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  game.c  game.h  Makefile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531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4개 — 선언은 .h 에, 정의는 .c 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4983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worksheet.html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321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8교시까지 채점 → 결과 코드 · 오답 정리 캡처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146304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./baseball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 자리 (예: 1 2 3) &gt; 1 2 3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0S 1B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 자리 (예: 1 2 3) &gt; abc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 오류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 자리 (예: 1 2 3) &gt; 4 4 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서로 다른 숫자 세 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 자리 (예: 1 2 3) &gt; 7 3 9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 0B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정답! 2번 만에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4937760"/>
            <a:ext cx="3931920" cy="5486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4937760"/>
            <a:ext cx="54864" cy="5486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82128" y="4983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폴더: c_day1/baseball/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여섯 문장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→ 컴파일 → 어셈블 → 링크.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"undefined reference" 는 링크 에러다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선언은 .h, 정의는 .c.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가드로 재정의를 막고, Makefile 의존성에 헤더를 적는다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 = 바이트 수 + 해석 규칙.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넘치면 잘리고, 같은 비트도 signed/unsigned 로 다르게 읽힌다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D1-3 · D1-4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 와 unsigned 를 섞으면 int 가 unsigned 로.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 &lt; 1u 는 거짓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과 ==, &amp; 와 &amp;&amp;, 시프트 괄호, switch 의 break.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함정은 전부 -Wall -Wextra 가 잡는다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인자는 값 복사, 지역 변수는 스택, static 은 데이터 영역.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재귀는 깊이를 알 때만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예고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 번 미뤄둔 것들이 전부 내일 첫 시간에 풀립니다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(unsigned char *)&amp;v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3383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바이트 단위로 보기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*level(double t)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160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문자열을 돌려주는 함수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judge(ans, g, &amp;s, &amp;b)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4937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결과 두 개를 돌려받기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c_day1/baseball/ (파일 4개) + worksheet.html 결과 캡처  ·  내일 09:00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디지털노마드연구소</dc:creator>
  <cp:lastModifiedBy>디지털노마드연구소</cp:lastModifiedBy>
  <cp:revision>1</cp:revision>
  <dcterms:created xsi:type="dcterms:W3CDTF">2026-09-06T15:21:07Z</dcterms:created>
  <dcterms:modified xsi:type="dcterms:W3CDTF">2026-09-06T15:21:07Z</dcterms:modified>
</cp:coreProperties>
</file>