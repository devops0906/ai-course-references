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341" autoAdjust="0"/>
  </p:normalViewPr>
  <p:slideViewPr>
    <p:cSldViewPr snapToGrid="0" snapToObjects="1">
      <p:cViewPr varScale="1">
        <p:scale>
          <a:sx n="105" d="100"/>
          <a:sy n="105" d="100"/>
        </p:scale>
        <p:origin x="10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97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시작 (09:00 ~ 09:50). 실습 1 · 논리 연산 예측 적중표와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회수 3분: 문자·색이 2진수였음을 한 화면으로. 워크시트 접속·이름 입력을 여기서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연산마다 '질문'으로 소리 내어 읽게 한다. 코드 기호 &amp; | ^ ~ 를 칠판에 병기 — 다음 과목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훑되 외우게 하지 말 것 — '질문 4개만 기억하면 표는 언제든 다시 만들 수 있다'.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실험대에서 수강생 2명 지명해 입력 토글. STAGE 2는 204&amp;15만 실행하고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순회하며 '채점 전에 애니메이션부터 여는' 수강생을 잡는다 — 예측 먼저.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 시작 (10:00 ~ 10:50). 실습 2 · 가산기 조립 확인표와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십진 비유를 먼저 — 받아올림은 이미 초등학교 때 배운 동작임을 상기.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①(진리표 예측)을 먼저 채우게 한 뒤 '4가지 전부'를 시연. 순서 주의.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빨간 점선('문이 없다')을 레이저로 짚는다. 이름의 유래가 곧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1+1+1만 시연. '외우지 말고 1을 세라'를 반복. 하단 사슬 그림에서 CF 복선.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②는 관찰 기입이므로 잠기지 않음을 안내.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 시작 (11:00 ~ 11:50). 실습 3 · 2의 보수 뺄셈 검산지와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선언으로 시작해 긴장 조성. '그럼 어떻게?'를 질문으로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'뒤집고, 하나 더하고, 그냥 더한다' — 리듬으로 세 번 복창.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천천히. 255가 '전부 1'임을 손가락 8개로.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끝까지 한 번만 재생. 9−13이 '버림 없음'인 이유(9&lt;13)는 말하지 않고 남긴다 — S4 CF 복선.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'닫기'를 실제로 시킨다. 자유 문제에서 A≥B로 내는 수강생은 워크시트가 되돌려 보냄.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S4 시작 (13:00 ~ 13:50). 실습 4 · 상태 플래그 예측표와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S3의 '버림'을 즉시 회수. 점심 직후이므로 질문으로 깨운다.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CF와 OF의 대비를 여기서 심는다 — '없는 경고'와 '있는 경고'.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슬라이드. 판정 패널의 문장 'CPU는 어느 쪽 해석인지 모른다'까지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사례만 시연하고 멈춘다. 나머지는 예측의 재료.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18칸이 통과선임을 미리 알린다 — 부담을 낮추고 예측을 정직하게.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 시작 (14:00 ~ 14:50). 실습 5 · 하드웨어 제어 코드 옮겨쓰기와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'플래그'라는 말의 두 방향을 명확히 — 읽기와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시프트는 오늘 처음 — '민다'는 동작으로만 설명, 곱셈 얘기는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S1의 네 연산이 그대로 실전 관용구가 됐음을 짚는다. '끄기'의 ~에 미리 밑줄.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'새로고침' 지시가 채점 전제(REG=0)임을 강사만 인지 — 수강생에게는 규칙으로만.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'로그를 가리고' 쓰는 것이 핵심. 순회 시 로그 창을 접어 둔 수강생 칭찬.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S6 시작 (15:00 ~ 15:50). 실습 6 · 명령 실행 추적표와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메모리의 '뜻' 칸이 전부 ?인 이유가 이 질문의 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8분 엄수. 확정된 파일 하나만 열어 자동 방문 1회.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'가져오고, 알아듣고, 해낸다' 복창. PC의 +1 타이밍을 여기서 심는다.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LOAD에서 멈춘다. 종이 카드 3장(LOAD·ADD·STORE) 배부.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 추적이 먼저, 화면은 대조. 7+5=12에 플래그가 없는 이유를 짝과 말하게.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S7 시작 (16:00 ~ 16:50). 실습 7 · 시뮬레이터 단계별 기록와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'채점이 내 수를 따라온다'는 점을 강조 — 베낄 정답이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순회 관찰 포인트가 이 습관. 베끼기만 하는 수강생 교정 멘트 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 내용이 '재현'됨을 언어로 연결 — 3일 서사의 마지막 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ZF 도전 과제의 답(예: 128+128)은 공개하지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33분 확보가 이 세션의 전부 — 도입을 7분에서 끊는다.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공개 후 사용. 오답자를 지목하지 말고 '가장 많이 나오는 오답'으로 일반화.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예고 한 문장으로 끝. 휴식 10분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S8 시작 (17:00 ~ 17:50). 실습 7 ③ · 짝 확인과 제출와 짝. 리듬: 도입→개념·시연→실습→확인→예고.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 문장을 소리 내어 읽는다. '이 섹션이 끝나면 이걸 할 수 있다' — 평가가 아니라 도착임을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2인 1조 편성 5분 안에. 홀수면 강사가 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채널 링크를 이 시점에 채팅으로 재공지.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Day의 도착점 문장을 한 줄씩 다시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'배운 것이 버려지지 않는다'는 안심을 주는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없이 제출부터 하려는 조 확인 — 완료 화면이 짝 체크 없이는 열리지 않음. 예측 먼저 — 채점하면 잠김. 완료 화면 캡처가 제출물.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문구를 토씨 그대로 읽고 손 전체 응답. ③이 있으면 즉시 개별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하루의 사슬을 손으로 하나씩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사후 설문 [강사 확정] 진행 후 마무리 인사.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nim/logic_gates_bitwis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nim/logic_gates_bitwis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nim/half_adder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nim/full_adder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nim/full_adder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anim/twos_complement_subtraction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anim/twos_complement_subtraction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nim/cpu_flags_simulator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anim/cpu_flags_simulator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anim/hardware_flag_control.html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anim/hardware_flag_control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anim/cpu_instruction_cycle.html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hyperlink" Target="day3_worksheet.html" TargetMode="Externa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비트를 다루는 네 가지 도구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· OR · NOT · XOR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연산의 진리표를 채우고,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예측 4문제 중 3문제 이상 적중한다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1 · 논리 연산 예측 적중표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숫자는 어떻게 움직이는가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어제까지: 모든 것은 숫자였다 (Day 2)  ·  오늘: 그 숫자를 거르고, 켜고, 뒤집는 도구 4개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질문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— 둘 다 1인가?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0이면 꺼진다.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거르기(마스크)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— 하나라도 1인가?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0일 때만 꺼진다.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켜기(세트)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XOR — 서로 다른가?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같으면 0.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토글·비교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54496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10528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— 뒤집기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하나뿐.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반전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진리표 — 오늘의 구구단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965960"/>
          <a:ext cx="9418320" cy="2834640"/>
        </p:xfrm>
        <a:graphic>
          <a:graphicData uri="http://schemas.openxmlformats.org/drawingml/2006/table">
            <a:tbl>
              <a:tblPr/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XOR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A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지금 보여주되, 실습에서는 가리고 예측하게 함을 예고.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8비트에 한꺼번에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독립 — 덧셈과 달리 자리올림이 없다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 &amp; 15 = 12 — B가 1인 자리만 통과 (하위 4비트 추출)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시연은 이 한 문제만 — 나머지 3문제는 여러분 몫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논리 연산 실험대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anim/logic_gates_bitwise.html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연산 예측 적중표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966960" y="502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진리표 16칸 예측 (표는 가리고)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8비트 4문제 예측 — 2진 8자리 + 10진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채점하기 → 예측 칸 잠김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애니메이션 프리셋으로 눈 검산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 한 줄 정리 작성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적중표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(24칸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논리 연산 실험대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8비트 4문제 — ① 다 맞았다 ② 1개 이상 틀려서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② 다수 문항을 애니메이션으로 다 같이 재실행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XOR에서 (1, 1) →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OR('하나라도?')과 혼동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XOR의 질문은 '다른가?'입니다. 1과 1은 같으니까 0. OR의 질문과 소리 내어 구분해 보세요. ”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게이트 4개가 부품의 전부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시간, 이걸로 덧셈하는 기계를 조립합니다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게이트로 덧셈기 조립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· 전가산기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진리표를 예측하고,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검산식 2×Cout+Sum이 입력 합과 일치함을 확인한다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2 · 가산기 조립 확인표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곤란한 순간은 단 하나 — 1 + 1 = 10₂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십진수의 7+8=15와 같은 일: '5를 쓰고, 1을 올린다'. 답을 이 자리(Sum)와 윗자리(Carry)로 쪼갠다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— 게이트 딱 2개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= XOR : '둘이 다른가?' → 이 자리에 쓸 것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= AND : '둘 다 1인가?' → 윗자리로 올릴 것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곤란한 행은 1+1 하나뿐 — 그 행을 위해 존재한다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반가산기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anim/half_adder.html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'반(半)'인가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0에서는 완벽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아랫자리가 없으니 입력 2개면 충분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1부터는 부족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아랫자리 올림 Cin이 들어올 문이 없다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(회로도의 빨간 점선)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= 이어 붙이기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반가산기 2개 + OR 1개 → 전가산기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전가산기 — 1을 세는 기계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= 1이 홀수 개인가 (XOR 두 번)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Cout = 1이 2개 이상인가 (다수결)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검산: A + B + Cin = 2×Cout + Sum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이으면 8비트 덧셈기 — 맨 왼쪽 Cout이 곧 CF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전가산기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anim/full_adder.html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가산기 조립 확인표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반가산기 진리표 예측 → 채점(잠김)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전가산기 (1,0,1)·(1,1,1) 실행하며 기입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검산식 2×Cout+Sum 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빈칸 채우기 + '반인 이유' 서술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가산기 확인표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반·전가산기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검산식 — ① 두 줄 다 입력 합과 일치 ② 하나만 일치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(1,1,1)을 전체 화면으로 재실행하며 2×1+1=3 확인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Carry를 만드는 게이트 = 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'올림 후보 합치기'의 OR과 혼동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OR은 마지막에 후보 둘을 합칠 때만 씁니다. '둘 다 1인가'는 AND의 질문입니다.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덧셈기는 완성.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뺄셈기는 어디에? — 없습니다. 다음 시간에 그 이유를.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뺄셈 회로는 없다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2의 보수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9−13을 반전 → +1 → 덧셈 → 버림의 전 과정으로 풀고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애니메이션과 전 행 일치시킨다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3 · 2의 보수 뺄셈 검산지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안에 뺄셈 회로는 없다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조립한 덧셈기 하나로 뺄셈까지 합니다 — 빼는 수를 '더할 수 있는 꼴'로 바꿔서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−B 만드는 법 — 세 동작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전부 뒤집는다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~B — S2에서 배운 NOT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(1의 보수)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1을 더한다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~B + 1 = 2의 보수 = −B 역할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그냥 더한다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(−B)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넘친 9번째 비트는 버림 (mod 256)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성립하는가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+ ~B = 255  →  +1이면 256 = 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세계에서 256은 0. 그래서 ~B+1은 정확히 −B 역할 — 버려진 256이 빌려온 256과 상쇄되어 장부가 맞는다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7 − 3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1: B=3을 뒤집고 +1 → 253 (−3 역할)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2: 7 + 253 = 260 → 넘친 1을 버림 → 4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문제 9−13은 버림이 없는 경우 — 왜인지는 실습에서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2의 보수 뺄셈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anim/twos_complement_subtraction.html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2의 보수 뺄셈 검산지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애니메이션 닫기 — 손 먼저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9−13 전 행 손 계산 (반전→+1→덧셈→버림→10진)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채점(잠김) → 애니메이션에 9·13 넣어 행별 대조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자유 문제(결과가 음수) 출제·검증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검산지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(지정+자유 문제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2의 보수 뺄셈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9−13 — ① 전 행 일치 ② 일부 틀려서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9−13을 전체 화면으로 행별 재생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+1을 빼먹은 1의 보수 계산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(9−13이 −5로 나옴)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'뒤집고'에서 멈춤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거기서 멈추면 정확히 1이 모자랍니다. −B가 되려면 반드시 +1 — 그래서 이름이 2의 보수. ”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후 — 계산기는 답만 주지 않습니다.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쪽지도 남깁니다.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연산이 남기는 신호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CF · ZF · SF · OF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사례의 플래그 24칸을 예측해 18칸 이상 적중하고,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CF와 OF의 차이를 한 문장으로 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4 · 상태 플래그 예측표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복선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버려진 그 1은 어디로 갔을까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버려지지 않았습니다 — CF라는 쪽지로 남습니다. 계산기는 답과 함께 신호등 4개를 켭니다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신호등 4개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 — 자리올림/빌림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없는 세계의 경고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(255를 넘거나, 빌려왔거나)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ZF — 결과가 0인가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8비트가 전부 0일 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 — 최상위 비트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있는 해석으로 음수인가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54496" y="4434840"/>
            <a:ext cx="5248656" cy="2148840"/>
          </a:xfrm>
          <a:prstGeom prst="roundRect">
            <a:avLst>
              <a:gd name="adj" fmla="val 5106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10528" y="467258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 — 범위 초과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30352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있는 세계의 경고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(−128 ~ 127을 벗어남)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비트, 두 가지 읽기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  →  CF = 1,  OF = 0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없는 눈: 300은 8비트에 못 담음 → 경고  ·  부호 있는 눈: (−56) + 100 = 44, 범위 안 → 문제 없음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255 + 1 → CF·ZF (한 바퀴 돌아 0)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 → CF만 — 판정 패널 정독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 + 128은 실습 후 다 같이 (셋이 동시에 켜짐)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플래그 시뮬레이터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anim/cpu_flags_simulator.html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예측표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여섯 사례 24칸을 전부 예측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채점하기 → 예측 잠김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프리셋 6개를 눌러 틀린 사례 재확인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CF/OF 구분 + '200+100' 이유 서술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예측표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(26칸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플래그 시뮬레이터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24칸 중 — ① 18칸 이상 맞았다 ② 그보다 적어서 다시 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128+128을 전체 화면으로 재실행 (CF·ZF·OF 동시 점등)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+ 100에서 OF =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CF와 OF를 같은 경고로 취급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부호 있는 눈으로 다시 읽어 보세요 — 200은 −56입니다. −56+100=44, 범위 안. OF는 부호 있는 세계의 눈으로만 판단합니다.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플래그를 읽었다면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시간엔 비트를 직접 씁니다. 진짜 장치를 켭니다.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비트로 장치를 켠다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플래그 제어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/ 끄기 / 토글 / 검사를 C 코드 한 줄씩으로 쓰고,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코드 로그와 글자까지 일치시킨다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5 · 하드웨어 제어 코드 옮겨쓰기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vs 제어 — 방향이 반대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플래그 (S4)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쓰고, 우리가 읽는 쪽지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레지스터 (지금)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쓰면, 장치가 움직인다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하나 = 장치 하나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만들기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94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&lt;&lt; 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1을 왼쪽으로 n칸 — 원하는 자리에만 1이 있는 도장. 애니메이션에서 1이 한 칸씩 점프하는 그 장면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관용구</a:t>
            </a:r>
            <a:endParaRPr lang="en-US" sz="27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965960"/>
          <a:ext cx="8869680" cy="3108960"/>
        </p:xfrm>
        <a:graphic>
          <a:graphicData uri="http://schemas.openxmlformats.org/drawingml/2006/table">
            <a:tbl>
              <a:tblPr/>
              <a:tblGrid>
                <a:gridCol w="295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연산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켜기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|= 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끄기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&amp;= ~(1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+ NOT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토글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^= (1 &lt;&lt; n);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XOR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 &amp; (1 &lt;&lt; n)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(읽기만)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한 줄: 읽고 – 비트만 고치고 – 다시 쓴다. 다른 7비트는 보존.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부팅 시퀀스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자동 실행으로 전체 그림 (장치가 차례로 켜짐)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히터 켜기 1건을 3단계로 정독: 마스크 → 연산 → 반영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반드시 새로고침 — REG = 00000000 에서 시작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하드웨어 플래그 제어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anim/hardware_flag_control.html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제어 코드 옮겨쓰기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새로고침 → '과열 대응' 실행·관찰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코드 로그를 보지 않고 3줄 작성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 → 로그와 글자까지 대조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내 시나리오 3줄 → 수동 조작으로 검증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코드 3줄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(로그 대조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하드웨어 제어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코드 3줄 — ① 로그와 전부 일치 ② 일부 달라서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끄기 한 줄을 다 같이 타이핑 리듬으로 (앤드-이퀄-틸드)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끄기 = REG &amp;= (1 &lt;&lt; 3);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~(NOT) 누락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그 마스크로 AND하면 히터만 남고 나머지가 전부 꺼집니다 — 정반대죠. 끄려면 뒤집은 마스크 ~(1&lt;&lt;3). ”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조작이 뒤에 배울 MCU 과목의 일상입니다.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다음 시간 — 드디어 CPU가 명령을 읽습니다.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알아듣는 최소 단위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명령과 인출 – 해석 – 실행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LOAD→ADD→STORE→HALT 네 명령을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인출–해석–실행 박자로 손 추적해 추적표 17칸을 채운다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6 · 명령 실행 추적표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칸의 26 — 데이터인가, 명령인가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명령어도 그냥 숫자입니다. 정하는 것은 '그 숫자가 언제, 어디로 읽히느냐'뿐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접근 — 인출의 밑바닥 (시연만)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칸이든 같은 박자 — 그래서 Random Access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'자동 방문'으로 확인: 구석이든 가운데든 똑같다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없음 — 눈으로만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01000" y="23774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6429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183880" y="2514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주소 애니메이션 택1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cpu_memory_addressing (절반 거르기)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memory_row_column_addressing (날줄·씨줄)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 비중 높으면 후자 권장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박자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인출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PC가 가리키는 칸을 IR로.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뜻은 모른다 · PC는 +1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4비트=무엇을, 하위 4비트=어디에.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명령이 되는 순간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/ ADD / STORE / HALT.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ADD는 플래그를 남긴다 (S4)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— 명령 1개만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한 개를 세 박자로 정독 (값이 날아가는 장면)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세 명령은 종이 카드 손 실습 몫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ADD의 플래그가 '없음'인 이유는 실습에서 발견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anim/cpu_instruction_cycle.html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실행 추적표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종이 카드로 4개 명령 손 추적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추적표 17칸 작성 (PC·IR·뜻·A·플래그)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채점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'다음 단계 ▶'로 박자별 대조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추적표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(17칸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추적표 — ① 전부 일치 ② 일부 고쳤다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명령 2(ADD)를 전체 화면으로 세 박자 재생</a:t>
            </a:r>
            <a:endParaRPr lang="en-US" sz="15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 후 PC = 0, 1, 2, 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PC가 '지금'을 가리킨다고 오해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PC는 '다음'을 가리키는 손가락입니다. 가져오는 그 순간 이미 +1. ”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시간은 시험이 아니라 도착점 —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숫자를 여러분이 고릅니다.</a:t>
            </a:r>
            <a:endParaRPr 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실습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수로 프로그램 실행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시뮬레이터에서 덧셈 프로그램을 명령어 단위로 실행하며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레지스터·메모리 값의 변화를 단계별로 짚어 보인다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7 · 시뮬레이터 단계별 기록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규칙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수는 자유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0~255에서 직접 선택.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채점도 당신이 고른 수 기준으로 자동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조건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합이 255를 넘는 쌍 —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CF를 내 손으로 켠다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미달이면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워크시트가 되돌려 보냅니다.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쌍으로 다시</a:t>
            </a:r>
            <a:endParaRPr lang="en-US" sz="13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수 → 단계 실행 → 기록 → 채점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 하나: 다음 스텝에서 A가 몇이 될지 먼저 말하고 누르기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9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 &gt; 255  →  CF 관찰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켜진 이유를 한 줄로: '9번째 비트로 넘쳐서'. 오전 S3의 버림, S4의 CF가 지금 내 손에서 재현된다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HALT 화면 캡처 2장 (1·2회차)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끝나면: 부록 float32 또는 'ZF가 켜지는 쌍' 찾기</a:t>
            </a:r>
            <a:endParaRPr lang="en-US" sz="1700" dirty="0"/>
          </a:p>
          <a:p>
            <a:pPr marL="177800" indent="-177800">
              <a:lnSpc>
                <a:spcPts val="26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순회 — 화면을 직접 확인합니다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22860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8529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anim/cpu_instruction_cycle.html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단계별 기록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1회차: 수 선택 → 실행 → 기록 → 채점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2회차: 합&gt;255 쌍 → CF 확인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'CF가 켜진 이유' 한 줄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HALT 캡처 2장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기록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(동적 채점 완료 화면)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2회차 CF — ① 켜졌다 ② 안 켜져서 쌍을 바꿨다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③가 있으면 즉시 1:1 — 이 확인이 도착점 직전 관문</a:t>
            </a:r>
            <a:endParaRPr lang="en-US" sz="15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오답과 교정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나올 오답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DECEC"/>
          </a:solidFill>
          <a:ln w="19050">
            <a:solidFill>
              <a:srgbClr val="E05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24128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5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보며 베끼기만 (예측 없이 기록)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왜: 실습을 받아쓰기로 오해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9F8EF"/>
          </a:solidFill>
          <a:ln w="19050">
            <a:solidFill>
              <a:srgbClr val="3E9F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47688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화법 — 토씨 그대로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060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다음 스텝에서 A가 몇이 될지 먼저 말해 보고 누르세요 — 예측이 오늘 기른 근육입니다. ”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시간 — 이 기록을 들고 옆 사람에게 설명합니다.</a:t>
            </a:r>
            <a:endParaRPr lang="en-US" sz="2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그것이 3일의 도착점입니다.</a:t>
            </a:r>
            <a:endParaRPr lang="en-US" sz="2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20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— 짝 시연과 3일 회수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완료와 제출</a:t>
            </a:r>
            <a:endParaRPr 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섹션의 도착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기록표를 보며 실행 과정을 짝에게 1분 설명하고,</a:t>
            </a:r>
            <a:endParaRPr lang="en-US" sz="29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화면을 제출한다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· 실습 7 ③ · 짝 확인과 제출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 규칙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기록표만 본다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짝이 조작 — 설명자는 손 대지 않기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+ 피드백 30초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'어느 박자 설명이 가장 명확했나'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워크시트 ③에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이름 기입 · 체크</a:t>
            </a:r>
            <a:endParaRPr lang="en-US" sz="13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 → 캡처 → 노션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1~6 점수가 자동 수집된 요약이 함께 찍힙니다 — 별도 취합 없음. 강사는 노션에서 인원수만 확인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회수 — 한 장의 그림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— 부품 (그릇)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메모리 · 저장장치 · 입출력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8264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54296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— 숫자 (내용물)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54296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 · 문자 · 색 · 16진수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0728" y="196596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66760" y="22037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— 명령 (움직임)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8346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가산기 → 뺄셈 → 플래그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제어 → 명령 → 실행</a:t>
            </a:r>
            <a:endParaRPr lang="en-US" sz="13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과목으로 가는 다리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41832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활용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실행한 프로그램 수백 개를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교통정리하나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965960"/>
            <a:ext cx="5248656" cy="3566160"/>
          </a:xfrm>
          <a:prstGeom prst="roundRect">
            <a:avLst>
              <a:gd name="adj" fmla="val 3077"/>
            </a:avLst>
          </a:prstGeom>
          <a:solidFill>
            <a:srgbClr val="EDF3FC"/>
          </a:solidFill>
          <a:ln/>
          <a:effectLst>
            <a:outerShdw blurRad="76200" dist="25400" dir="5400000" algn="bl" rotWithShape="0">
              <a:srgbClr val="9AB0D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10528" y="2203704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 동작 원리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834640"/>
            <a:ext cx="47365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S5(레지스터 제어)가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일상이 되는 곳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시연과 제출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966960" y="502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교대로 1분 설명 + 30초 피드백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짝 이름 기입 · 체크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'도착점 완료 화면 만들기'</a:t>
            </a:r>
            <a:endParaRPr lang="en-US" sz="1650" dirty="0"/>
          </a:p>
          <a:p>
            <a:pPr marL="0" indent="0">
              <a:lnSpc>
                <a:spcPts val="25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캡처 → 노션 제출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DF3FC"/>
          </a:solidFill>
          <a:ln/>
          <a:effectLst>
            <a:outerShdw blurRad="88900" dist="38100" dir="5400000" algn="bl" rotWithShape="0">
              <a:srgbClr val="05081A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62672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2560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도착점 완료 화면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 1~6 요약 자동 포함)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명령 실행 사이클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0E163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066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워크시트 열기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먼저, 화면은 검산 — 채점하면 예측 칸이 잠깁니다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전체 응답 — 번호를 손가락으로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10424160" cy="1737360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B0D8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도착점 — ① 설명을 마쳤고 짝의 설명도 들었다 ② 하나만 했다 ③ 모르겠다 — 번호로 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 많으면 → ② 는 시간 내 교대 완료 유도</a:t>
            </a:r>
            <a:endParaRPr lang="en-US" sz="15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회수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→ 가산기 → 뺄셈 → 플래그 → 제어 → 명령 → 실행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5720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A3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1비트가 저녁의 프로그램이 됐습니다 — 건너뛴 구간은 없었습니다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03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3일간 수고하셨습니다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3200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부품(그릇) 안의 숫자(내용물)가, 오늘 여러분의 명령으로 움직였습니다.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9050">
            <a:solidFill>
              <a:srgbClr val="FFC24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4805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 사후 설문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도구(멘티미터 재사용 여부) · 문항 — Day 1 사전 설문과 짝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4700</Words>
  <Application>Microsoft Office PowerPoint</Application>
  <PresentationFormat>와이드스크린</PresentationFormat>
  <Paragraphs>692</Paragraphs>
  <Slides>80</Slides>
  <Notes>80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8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 구조 Day 3 — 전체</dc:title>
  <dc:subject>PptxGenJS Presentation</dc:subject>
  <dc:creator>디지털노마드연구소</dc:creator>
  <cp:lastModifiedBy>디지털노마드연구소</cp:lastModifiedBy>
  <cp:revision>2</cp:revision>
  <dcterms:created xsi:type="dcterms:W3CDTF">2026-08-26T08:38:48Z</dcterms:created>
  <dcterms:modified xsi:type="dcterms:W3CDTF">2026-08-26T22:22:57Z</dcterms:modified>
</cp:coreProperties>
</file>