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91" autoAdjust="0"/>
    <p:restoredTop sz="96940" autoAdjust="0"/>
  </p:normalViewPr>
  <p:slideViewPr>
    <p:cSldViewPr snapToGrid="0">
      <p:cViewPr varScale="1">
        <p:scale>
          <a:sx n="145" d="100"/>
          <a:sy n="145" d="100"/>
        </p:scale>
        <p:origin x="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1146980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>
                <a:latin typeface="Consolas" panose="020B0609020204030204" pitchFamily="49" charset="0"/>
              </a:rPr>
              <a:t>https://github.com/DevOps0906/ai-course-references/tree/main/source/02-dev-basics/git</a:t>
            </a:r>
          </a:p>
          <a:p>
            <a:endParaRPr lang="en-US" altLang="ko-KR" sz="4000">
              <a:latin typeface="Consolas" panose="020B0609020204030204" pitchFamily="49" charset="0"/>
            </a:endParaRPr>
          </a:p>
          <a:p>
            <a:r>
              <a:rPr lang="ko-KR" altLang="en-US" sz="4000">
                <a:latin typeface="Consolas" panose="020B0609020204030204" pitchFamily="49" charset="0"/>
              </a:rPr>
              <a:t>강사명 : 디지털노마드연구소 </a:t>
            </a:r>
            <a:r>
              <a:rPr lang="en-US" altLang="ko-KR" sz="4000">
                <a:latin typeface="Consolas" panose="020B0609020204030204" pitchFamily="49" charset="0"/>
              </a:rPr>
              <a:t/>
            </a:r>
            <a:r>
              <a:rPr lang="ko-KR" altLang="en-US" sz="4000">
                <a:latin typeface="Consolas" panose="020B0609020204030204" pitchFamily="49" charset="0"/>
              </a:rPr>
              <a:t/>
            </a:r>
            <a:endParaRPr lang="en-US" altLang="ko-KR" sz="4000">
              <a:latin typeface="Consolas" panose="020B0609020204030204" pitchFamily="49" charset="0"/>
            </a:endParaRPr>
          </a:p>
          <a:p>
            <a:endParaRPr lang="ko-KR" altLang="en-US" sz="4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3941336" y="2364827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0366cd0f039472c9ad4648ebba67709663267387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520262" y="2890345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160154" y="2842203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57E7D1-B94D-7458-1570-AEDBF115D9F8}"/>
              </a:ext>
            </a:extLst>
          </p:cNvPr>
          <p:cNvSpPr txBox="1"/>
          <p:nvPr/>
        </p:nvSpPr>
        <p:spPr>
          <a:xfrm>
            <a:off x="9381093" y="3944226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0366cd0f039472c9ad4648ebba67709663267387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C34D6-F03A-03C4-1D5C-6AF75AD4A09A}"/>
              </a:ext>
            </a:extLst>
          </p:cNvPr>
          <p:cNvSpPr txBox="1"/>
          <p:nvPr/>
        </p:nvSpPr>
        <p:spPr>
          <a:xfrm>
            <a:off x="9599911" y="442160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9322674" y="31373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037257" y="2347506"/>
            <a:ext cx="390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메시지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9496097" y="2733894"/>
            <a:ext cx="315307" cy="437556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8754209C-ED72-3E39-B123-9800C0595792}"/>
              </a:ext>
            </a:extLst>
          </p:cNvPr>
          <p:cNvSpPr/>
          <p:nvPr/>
        </p:nvSpPr>
        <p:spPr>
          <a:xfrm>
            <a:off x="9489553" y="3548618"/>
            <a:ext cx="315307" cy="437556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1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56427" y="2827907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666436" y="295267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95BFA-ADB5-B84F-1C45-58D2A9A176D6}"/>
              </a:ext>
            </a:extLst>
          </p:cNvPr>
          <p:cNvSpPr txBox="1"/>
          <p:nvPr/>
        </p:nvSpPr>
        <p:spPr>
          <a:xfrm>
            <a:off x="1035269" y="357636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0092C-D645-764B-4250-7251BD1918C9}"/>
              </a:ext>
            </a:extLst>
          </p:cNvPr>
          <p:cNvSpPr txBox="1"/>
          <p:nvPr/>
        </p:nvSpPr>
        <p:spPr>
          <a:xfrm>
            <a:off x="56427" y="403944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A3D14-26D8-923D-DC04-53360C595133}"/>
              </a:ext>
            </a:extLst>
          </p:cNvPr>
          <p:cNvSpPr txBox="1"/>
          <p:nvPr/>
        </p:nvSpPr>
        <p:spPr>
          <a:xfrm>
            <a:off x="4447618" y="365844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c6c85f4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F42B0-8ED3-5CBF-BB60-DE695BFECA17}"/>
              </a:ext>
            </a:extLst>
          </p:cNvPr>
          <p:cNvSpPr txBox="1"/>
          <p:nvPr/>
        </p:nvSpPr>
        <p:spPr>
          <a:xfrm>
            <a:off x="4699220" y="4041052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496F8-F1BF-9812-CF10-E0B165DB427A}"/>
              </a:ext>
            </a:extLst>
          </p:cNvPr>
          <p:cNvSpPr txBox="1"/>
          <p:nvPr/>
        </p:nvSpPr>
        <p:spPr>
          <a:xfrm>
            <a:off x="4499913" y="48872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e92152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B41B2-AEC5-0497-E2FD-F44A0116131D}"/>
              </a:ext>
            </a:extLst>
          </p:cNvPr>
          <p:cNvSpPr txBox="1"/>
          <p:nvPr/>
        </p:nvSpPr>
        <p:spPr>
          <a:xfrm>
            <a:off x="4887562" y="525660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7A34BE-E3A8-2AFE-E9A4-B157C0FD3D08}"/>
              </a:ext>
            </a:extLst>
          </p:cNvPr>
          <p:cNvSpPr txBox="1"/>
          <p:nvPr/>
        </p:nvSpPr>
        <p:spPr>
          <a:xfrm>
            <a:off x="11065019" y="540873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BE1B2-1681-253D-9B5D-2965FB87D109}"/>
              </a:ext>
            </a:extLst>
          </p:cNvPr>
          <p:cNvSpPr txBox="1"/>
          <p:nvPr/>
        </p:nvSpPr>
        <p:spPr>
          <a:xfrm>
            <a:off x="10020731" y="4914505"/>
            <a:ext cx="4206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"README </a:t>
            </a:r>
            <a:r>
              <a:rPr lang="ko-KR" altLang="en-US">
                <a:latin typeface="Consolas" panose="020B0609020204030204" pitchFamily="49" charset="0"/>
              </a:rPr>
              <a:t>내용 추가 및 </a:t>
            </a:r>
            <a:r>
              <a:rPr lang="en-US" altLang="ko-KR">
                <a:latin typeface="Consolas" panose="020B0609020204030204" pitchFamily="49" charset="0"/>
              </a:rPr>
              <a:t>app.js </a:t>
            </a:r>
            <a:r>
              <a:rPr lang="ko-KR" altLang="en-US">
                <a:latin typeface="Consolas" panose="020B0609020204030204" pitchFamily="49" charset="0"/>
              </a:rPr>
              <a:t>생성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58987-89F5-5FF5-9B7E-0DAE8B160CB3}"/>
              </a:ext>
            </a:extLst>
          </p:cNvPr>
          <p:cNvSpPr txBox="1"/>
          <p:nvPr/>
        </p:nvSpPr>
        <p:spPr>
          <a:xfrm>
            <a:off x="10057212" y="540873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78D24-FBC7-B3EC-DC37-158BEEE6E9D4}"/>
              </a:ext>
            </a:extLst>
          </p:cNvPr>
          <p:cNvSpPr txBox="1"/>
          <p:nvPr/>
        </p:nvSpPr>
        <p:spPr>
          <a:xfrm>
            <a:off x="9012924" y="491450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2a6135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98CC34-87B7-F52B-ABE4-B1DF9FDDEE4D}"/>
              </a:ext>
            </a:extLst>
          </p:cNvPr>
          <p:cNvSpPr txBox="1"/>
          <p:nvPr/>
        </p:nvSpPr>
        <p:spPr>
          <a:xfrm>
            <a:off x="10020731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76F60D-0302-E1CD-6D80-97B9F56B0371}"/>
              </a:ext>
            </a:extLst>
          </p:cNvPr>
          <p:cNvSpPr txBox="1"/>
          <p:nvPr/>
        </p:nvSpPr>
        <p:spPr>
          <a:xfrm>
            <a:off x="9012924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A6F9ECF-A53B-B1C7-7B9B-A79C3FA5341D}"/>
              </a:ext>
            </a:extLst>
          </p:cNvPr>
          <p:cNvCxnSpPr>
            <a:stCxn id="39" idx="1"/>
            <a:endCxn id="29" idx="1"/>
          </p:cNvCxnSpPr>
          <p:nvPr/>
        </p:nvCxnSpPr>
        <p:spPr>
          <a:xfrm rot="10800000">
            <a:off x="8930234" y="2503803"/>
            <a:ext cx="82691" cy="2299842"/>
          </a:xfrm>
          <a:prstGeom prst="bentConnector3">
            <a:avLst>
              <a:gd name="adj1" fmla="val 3764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BA7FF89E-42A5-528D-23BA-C8F5AA81C54C}"/>
              </a:ext>
            </a:extLst>
          </p:cNvPr>
          <p:cNvSpPr/>
          <p:nvPr/>
        </p:nvSpPr>
        <p:spPr>
          <a:xfrm>
            <a:off x="10032160" y="5738152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6FC813-9847-6FFE-F2C7-5DD8BDE8FDE6}"/>
              </a:ext>
            </a:extLst>
          </p:cNvPr>
          <p:cNvSpPr txBox="1"/>
          <p:nvPr/>
        </p:nvSpPr>
        <p:spPr>
          <a:xfrm>
            <a:off x="10049745" y="58634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52B8AD-9266-BA1F-AAEC-1C152B2621FF}"/>
              </a:ext>
            </a:extLst>
          </p:cNvPr>
          <p:cNvSpPr txBox="1"/>
          <p:nvPr/>
        </p:nvSpPr>
        <p:spPr>
          <a:xfrm>
            <a:off x="9041938" y="5863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B97A25-CDFC-1D2B-CF2B-516854DA1DFF}"/>
              </a:ext>
            </a:extLst>
          </p:cNvPr>
          <p:cNvSpPr txBox="1"/>
          <p:nvPr/>
        </p:nvSpPr>
        <p:spPr>
          <a:xfrm>
            <a:off x="10049745" y="6139588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c6c85f README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e92152 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CBC972-1D9C-2C16-B662-BC07D3D32D1F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5518745" y="3843111"/>
            <a:ext cx="4538467" cy="2524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43BFC86-855B-6A46-ECC5-F5970DA070BD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5444402" y="5071938"/>
            <a:ext cx="4612810" cy="1534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3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16835" y="2692659"/>
            <a:ext cx="35493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</a:t>
            </a:r>
          </a:p>
          <a:p>
            <a:r>
              <a:rPr lang="ko-KR" altLang="en-US">
                <a:solidFill>
                  <a:srgbClr val="FF0000"/>
                </a:solidFill>
              </a:rPr>
              <a:t>새로운 줄 추가</a:t>
            </a:r>
          </a:p>
          <a:p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666436" y="295267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95BFA-ADB5-B84F-1C45-58D2A9A176D6}"/>
              </a:ext>
            </a:extLst>
          </p:cNvPr>
          <p:cNvSpPr txBox="1"/>
          <p:nvPr/>
        </p:nvSpPr>
        <p:spPr>
          <a:xfrm>
            <a:off x="1092833" y="440690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0092C-D645-764B-4250-7251BD1918C9}"/>
              </a:ext>
            </a:extLst>
          </p:cNvPr>
          <p:cNvSpPr txBox="1"/>
          <p:nvPr/>
        </p:nvSpPr>
        <p:spPr>
          <a:xfrm>
            <a:off x="113991" y="4869982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A3D14-26D8-923D-DC04-53360C595133}"/>
              </a:ext>
            </a:extLst>
          </p:cNvPr>
          <p:cNvSpPr txBox="1"/>
          <p:nvPr/>
        </p:nvSpPr>
        <p:spPr>
          <a:xfrm>
            <a:off x="4430268" y="323210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c6c85f4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F42B0-8ED3-5CBF-BB60-DE695BFECA17}"/>
              </a:ext>
            </a:extLst>
          </p:cNvPr>
          <p:cNvSpPr txBox="1"/>
          <p:nvPr/>
        </p:nvSpPr>
        <p:spPr>
          <a:xfrm>
            <a:off x="4666436" y="3483609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496F8-F1BF-9812-CF10-E0B165DB427A}"/>
              </a:ext>
            </a:extLst>
          </p:cNvPr>
          <p:cNvSpPr txBox="1"/>
          <p:nvPr/>
        </p:nvSpPr>
        <p:spPr>
          <a:xfrm>
            <a:off x="4572000" y="573815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e92152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B41B2-AEC5-0497-E2FD-F44A0116131D}"/>
              </a:ext>
            </a:extLst>
          </p:cNvPr>
          <p:cNvSpPr txBox="1"/>
          <p:nvPr/>
        </p:nvSpPr>
        <p:spPr>
          <a:xfrm>
            <a:off x="4959649" y="610748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7A34BE-E3A8-2AFE-E9A4-B157C0FD3D08}"/>
              </a:ext>
            </a:extLst>
          </p:cNvPr>
          <p:cNvSpPr txBox="1"/>
          <p:nvPr/>
        </p:nvSpPr>
        <p:spPr>
          <a:xfrm>
            <a:off x="11065019" y="540873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BE1B2-1681-253D-9B5D-2965FB87D109}"/>
              </a:ext>
            </a:extLst>
          </p:cNvPr>
          <p:cNvSpPr txBox="1"/>
          <p:nvPr/>
        </p:nvSpPr>
        <p:spPr>
          <a:xfrm>
            <a:off x="10020731" y="4914505"/>
            <a:ext cx="4206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"README </a:t>
            </a:r>
            <a:r>
              <a:rPr lang="ko-KR" altLang="en-US">
                <a:latin typeface="Consolas" panose="020B0609020204030204" pitchFamily="49" charset="0"/>
              </a:rPr>
              <a:t>내용 추가 및 </a:t>
            </a:r>
            <a:r>
              <a:rPr lang="en-US" altLang="ko-KR">
                <a:latin typeface="Consolas" panose="020B0609020204030204" pitchFamily="49" charset="0"/>
              </a:rPr>
              <a:t>app.js </a:t>
            </a:r>
            <a:r>
              <a:rPr lang="ko-KR" altLang="en-US">
                <a:latin typeface="Consolas" panose="020B0609020204030204" pitchFamily="49" charset="0"/>
              </a:rPr>
              <a:t>생성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58987-89F5-5FF5-9B7E-0DAE8B160CB3}"/>
              </a:ext>
            </a:extLst>
          </p:cNvPr>
          <p:cNvSpPr txBox="1"/>
          <p:nvPr/>
        </p:nvSpPr>
        <p:spPr>
          <a:xfrm>
            <a:off x="10057212" y="540873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78D24-FBC7-B3EC-DC37-158BEEE6E9D4}"/>
              </a:ext>
            </a:extLst>
          </p:cNvPr>
          <p:cNvSpPr txBox="1"/>
          <p:nvPr/>
        </p:nvSpPr>
        <p:spPr>
          <a:xfrm>
            <a:off x="9012924" y="491450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2a6135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98CC34-87B7-F52B-ABE4-B1DF9FDDEE4D}"/>
              </a:ext>
            </a:extLst>
          </p:cNvPr>
          <p:cNvSpPr txBox="1"/>
          <p:nvPr/>
        </p:nvSpPr>
        <p:spPr>
          <a:xfrm>
            <a:off x="10020731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76F60D-0302-E1CD-6D80-97B9F56B0371}"/>
              </a:ext>
            </a:extLst>
          </p:cNvPr>
          <p:cNvSpPr txBox="1"/>
          <p:nvPr/>
        </p:nvSpPr>
        <p:spPr>
          <a:xfrm>
            <a:off x="9012924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A6F9ECF-A53B-B1C7-7B9B-A79C3FA5341D}"/>
              </a:ext>
            </a:extLst>
          </p:cNvPr>
          <p:cNvCxnSpPr>
            <a:stCxn id="39" idx="1"/>
            <a:endCxn id="29" idx="1"/>
          </p:cNvCxnSpPr>
          <p:nvPr/>
        </p:nvCxnSpPr>
        <p:spPr>
          <a:xfrm rot="10800000">
            <a:off x="8930234" y="2503803"/>
            <a:ext cx="82691" cy="2299842"/>
          </a:xfrm>
          <a:prstGeom prst="bentConnector3">
            <a:avLst>
              <a:gd name="adj1" fmla="val 3764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BA7FF89E-42A5-528D-23BA-C8F5AA81C54C}"/>
              </a:ext>
            </a:extLst>
          </p:cNvPr>
          <p:cNvSpPr/>
          <p:nvPr/>
        </p:nvSpPr>
        <p:spPr>
          <a:xfrm>
            <a:off x="10032160" y="5738152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6FC813-9847-6FFE-F2C7-5DD8BDE8FDE6}"/>
              </a:ext>
            </a:extLst>
          </p:cNvPr>
          <p:cNvSpPr txBox="1"/>
          <p:nvPr/>
        </p:nvSpPr>
        <p:spPr>
          <a:xfrm>
            <a:off x="10049745" y="58634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52B8AD-9266-BA1F-AAEC-1C152B2621FF}"/>
              </a:ext>
            </a:extLst>
          </p:cNvPr>
          <p:cNvSpPr txBox="1"/>
          <p:nvPr/>
        </p:nvSpPr>
        <p:spPr>
          <a:xfrm>
            <a:off x="9041938" y="5863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B97A25-CDFC-1D2B-CF2B-516854DA1DFF}"/>
              </a:ext>
            </a:extLst>
          </p:cNvPr>
          <p:cNvSpPr txBox="1"/>
          <p:nvPr/>
        </p:nvSpPr>
        <p:spPr>
          <a:xfrm>
            <a:off x="10049745" y="6139588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c6c85f README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e92152 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CBC972-1D9C-2C16-B662-BC07D3D32D1F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5501395" y="3416773"/>
            <a:ext cx="4548350" cy="2898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43BFC86-855B-6A46-ECC5-F5970DA070BD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5516489" y="5922818"/>
            <a:ext cx="4540723" cy="683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F98141-330C-3510-F4A8-1DC735AF261C}"/>
              </a:ext>
            </a:extLst>
          </p:cNvPr>
          <p:cNvSpPr txBox="1"/>
          <p:nvPr/>
        </p:nvSpPr>
        <p:spPr>
          <a:xfrm>
            <a:off x="4461955" y="4185247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43c386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9308B1-4D62-4DF7-913D-86787FA13C5C}"/>
              </a:ext>
            </a:extLst>
          </p:cNvPr>
          <p:cNvSpPr txBox="1"/>
          <p:nvPr/>
        </p:nvSpPr>
        <p:spPr>
          <a:xfrm>
            <a:off x="4698123" y="4436749"/>
            <a:ext cx="35493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</a:t>
            </a:r>
          </a:p>
          <a:p>
            <a:r>
              <a:rPr lang="ko-KR" altLang="en-US"/>
              <a:t>새로운 줄 추가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7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8382305" y="643729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446588" y="2775465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86D42-72F4-8E7D-37FA-2CBAA095036F}"/>
              </a:ext>
            </a:extLst>
          </p:cNvPr>
          <p:cNvSpPr txBox="1"/>
          <p:nvPr/>
        </p:nvSpPr>
        <p:spPr>
          <a:xfrm>
            <a:off x="777765" y="-12169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branch </a:t>
            </a:r>
            <a:r>
              <a:rPr lang="ko-KR" altLang="en-US">
                <a:latin typeface="Consolas" panose="020B0609020204030204" pitchFamily="49" charset="0"/>
              </a:rPr>
              <a:t>구조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507EA-A97C-CA2A-B794-F1E1A0D4E724}"/>
              </a:ext>
            </a:extLst>
          </p:cNvPr>
          <p:cNvSpPr txBox="1"/>
          <p:nvPr/>
        </p:nvSpPr>
        <p:spPr>
          <a:xfrm>
            <a:off x="4619067" y="279859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4EB41-26F5-7542-225D-E510215C311C}"/>
              </a:ext>
            </a:extLst>
          </p:cNvPr>
          <p:cNvSpPr txBox="1"/>
          <p:nvPr/>
        </p:nvSpPr>
        <p:spPr>
          <a:xfrm>
            <a:off x="7561034" y="253013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0ECF5-F56F-8B22-E68D-AF87468B2FA4}"/>
              </a:ext>
            </a:extLst>
          </p:cNvPr>
          <p:cNvSpPr txBox="1"/>
          <p:nvPr/>
        </p:nvSpPr>
        <p:spPr>
          <a:xfrm>
            <a:off x="7561034" y="231913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F4BEC0-9F3B-6AB6-880D-ACCFB782F258}"/>
              </a:ext>
            </a:extLst>
          </p:cNvPr>
          <p:cNvCxnSpPr>
            <a:stCxn id="18" idx="3"/>
            <a:endCxn id="29" idx="1"/>
          </p:cNvCxnSpPr>
          <p:nvPr/>
        </p:nvCxnSpPr>
        <p:spPr>
          <a:xfrm flipV="1">
            <a:off x="8505523" y="2503803"/>
            <a:ext cx="424710" cy="210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3ADBB13-2540-E8E8-12F0-2D04B983529F}"/>
              </a:ext>
            </a:extLst>
          </p:cNvPr>
          <p:cNvSpPr txBox="1"/>
          <p:nvPr/>
        </p:nvSpPr>
        <p:spPr>
          <a:xfrm>
            <a:off x="7602380" y="19953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8343D3-7CD3-E88B-D0D7-02423D67C445}"/>
              </a:ext>
            </a:extLst>
          </p:cNvPr>
          <p:cNvSpPr txBox="1"/>
          <p:nvPr/>
        </p:nvSpPr>
        <p:spPr>
          <a:xfrm>
            <a:off x="7602380" y="1784404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A2753EE-7FDC-A7B4-999F-0B1D922B8E3E}"/>
              </a:ext>
            </a:extLst>
          </p:cNvPr>
          <p:cNvCxnSpPr>
            <a:cxnSpLocks/>
            <a:stCxn id="35" idx="3"/>
            <a:endCxn id="29" idx="1"/>
          </p:cNvCxnSpPr>
          <p:nvPr/>
        </p:nvCxnSpPr>
        <p:spPr>
          <a:xfrm>
            <a:off x="8546869" y="2180064"/>
            <a:ext cx="383364" cy="3237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9878002-D5A7-1C0A-D341-2FCB5859DF42}"/>
              </a:ext>
            </a:extLst>
          </p:cNvPr>
          <p:cNvSpPr txBox="1"/>
          <p:nvPr/>
        </p:nvSpPr>
        <p:spPr>
          <a:xfrm>
            <a:off x="7480291" y="28619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*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DCAA42-1E1B-1366-2F1C-849F25CC83FF}"/>
              </a:ext>
            </a:extLst>
          </p:cNvPr>
          <p:cNvSpPr txBox="1"/>
          <p:nvPr/>
        </p:nvSpPr>
        <p:spPr>
          <a:xfrm>
            <a:off x="3581136" y="3964681"/>
            <a:ext cx="335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refs/heads/feature-signup</a:t>
            </a:r>
            <a:endParaRPr lang="ko-KR" altLang="en-US">
              <a:latin typeface="Consolas" panose="020B0609020204030204" pitchFamily="49" charset="0"/>
            </a:endParaRPr>
          </a:p>
          <a:p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9FF2DD-84DC-A96A-5DDC-FC699E542445}"/>
              </a:ext>
            </a:extLst>
          </p:cNvPr>
          <p:cNvSpPr txBox="1"/>
          <p:nvPr/>
        </p:nvSpPr>
        <p:spPr>
          <a:xfrm>
            <a:off x="5353591" y="359534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37077A4-5E42-0DA9-E786-F77E21E31DA5}"/>
              </a:ext>
            </a:extLst>
          </p:cNvPr>
          <p:cNvCxnSpPr>
            <a:cxnSpLocks/>
            <a:stCxn id="53" idx="3"/>
            <a:endCxn id="65" idx="1"/>
          </p:cNvCxnSpPr>
          <p:nvPr/>
        </p:nvCxnSpPr>
        <p:spPr>
          <a:xfrm flipV="1">
            <a:off x="6931733" y="2985880"/>
            <a:ext cx="692619" cy="1301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9458338-8AC4-6185-9B08-5E18C1DD594F}"/>
              </a:ext>
            </a:extLst>
          </p:cNvPr>
          <p:cNvSpPr txBox="1"/>
          <p:nvPr/>
        </p:nvSpPr>
        <p:spPr>
          <a:xfrm>
            <a:off x="7624352" y="301220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C2B319-A743-4E2F-29CF-2D71499619EE}"/>
              </a:ext>
            </a:extLst>
          </p:cNvPr>
          <p:cNvSpPr txBox="1"/>
          <p:nvPr/>
        </p:nvSpPr>
        <p:spPr>
          <a:xfrm>
            <a:off x="7624352" y="280121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D124FE9-C420-5A51-E9D8-DE51FD94461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497570" y="2503803"/>
            <a:ext cx="432663" cy="762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74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4545125" y="36922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4428674" y="300803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774282" y="3377365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841407" y="5185648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841407" y="577271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5"/>
            <a:endCxn id="16" idx="0"/>
          </p:cNvCxnSpPr>
          <p:nvPr/>
        </p:nvCxnSpPr>
        <p:spPr>
          <a:xfrm>
            <a:off x="4860125" y="4194701"/>
            <a:ext cx="30608" cy="99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368446" y="220115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555711" y="2484178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2588681"/>
            <a:ext cx="1664978" cy="1532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075157" y="3273720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5975879" y="3643052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660214" y="2693184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90733" y="2693184"/>
            <a:ext cx="1769481" cy="249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35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644511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2B69A-669C-5C5A-A383-0F4D97AD3EBE}"/>
              </a:ext>
            </a:extLst>
          </p:cNvPr>
          <p:cNvSpPr txBox="1"/>
          <p:nvPr/>
        </p:nvSpPr>
        <p:spPr>
          <a:xfrm>
            <a:off x="7770981" y="187121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feature-header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54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644511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2B69A-669C-5C5A-A383-0F4D97AD3EBE}"/>
              </a:ext>
            </a:extLst>
          </p:cNvPr>
          <p:cNvSpPr txBox="1"/>
          <p:nvPr/>
        </p:nvSpPr>
        <p:spPr>
          <a:xfrm>
            <a:off x="7770981" y="187121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feature-header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83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92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248A5-1085-5EBB-C48D-730A0DE5C3D2}"/>
              </a:ext>
            </a:extLst>
          </p:cNvPr>
          <p:cNvSpPr txBox="1"/>
          <p:nvPr/>
        </p:nvSpPr>
        <p:spPr>
          <a:xfrm>
            <a:off x="877824" y="2189335"/>
            <a:ext cx="4253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writer@nomadaifactory.com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5550B-42C1-BCB8-E4E7-B79313E54C9B}"/>
              </a:ext>
            </a:extLst>
          </p:cNvPr>
          <p:cNvSpPr txBox="1"/>
          <p:nvPr/>
        </p:nvSpPr>
        <p:spPr>
          <a:xfrm>
            <a:off x="485939" y="449363"/>
            <a:ext cx="1058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https://github.com/DevOps0906/my-first-github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51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558</Words>
  <Application>Microsoft Office PowerPoint</Application>
  <PresentationFormat>와이드스크린</PresentationFormat>
  <Paragraphs>197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디지털노마드연구소</dc:creator>
  <cp:lastModifiedBy>디지털노마드연구소</cp:lastModifiedBy>
  <cp:revision>16</cp:revision>
  <dcterms:created xsi:type="dcterms:W3CDTF">2026-05-04T10:27:52Z</dcterms:created>
  <dcterms:modified xsi:type="dcterms:W3CDTF">2026-05-20T08:51:35Z</dcterms:modified>
</cp:coreProperties>
</file>