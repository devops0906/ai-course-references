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622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31.png"/><Relationship Id="rId4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28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3.png"/><Relationship Id="rId4" Type="http://schemas.openxmlformats.org/officeDocument/2006/relationships/image" Target="../media/image27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56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6576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바이브 코딩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Vibe Coding 실전 과정 (20H)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200400" y="333756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디지털노마드연구소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과정 개요 및 학습 로드맵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011680" cy="5943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AI와 일하는 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73736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개념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실무 적용 기초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AI 모델 비교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기초 실습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10058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496312" y="1005840"/>
            <a:ext cx="2011680" cy="594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496312" y="1005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96312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엔지니어링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173736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핵심 원칙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고급 프롬프트 기법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프롬프트 실습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시각화 활용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72584" y="10058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672584" y="1005840"/>
            <a:ext cx="2011680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72584" y="1005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72584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 실전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82312" y="173736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 이해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코딩 도구 실습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앱 프로젝트 제작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디버깅 &amp; 개선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48856" y="100584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848856" y="1005840"/>
            <a:ext cx="2011680" cy="59436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848856" y="1005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48856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결과물 공유 및 활용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58584" y="173736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결과 발표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시사점 도출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거버넌스 전략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적용 로드맵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46634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20시간 (일 6H, 10:00~17:00)  |  실습 중심 교육  |  비개발자 참여 가능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81057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OT / AI와 일하는 법 &amp; 바이브 코딩을 위한 AI 기초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 소개 및 매력 일자리 소개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AI의 개념과 발전 역사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바꾸는 업무 환경과 활용 사례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생성형 AI 모델 비교 분석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AI의 한계와 윤리적 고려사항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실무 적용 체험 실습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생성형 AI란 무엇인가?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정의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554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AI(Generative AI)는 텍스트, 이미지, 코드, 음악 등 새로운 콘텐츠를 스스로 생성할 수 있는 인공지능 기술입니다.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생성 — ChatGPT, Claude, Gemini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생성 — DALL-E, Midjourney, Stable Diffusion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생성 — GitHub Copilot, Cursor, Claude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생성 — Sora, Kling, Runway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음악 생성 — Suno, Udio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모델 — Meshy, Tripo AI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960120"/>
            <a:ext cx="411480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8920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발전 타임라인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892040" y="154533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956048" y="1691640"/>
            <a:ext cx="27432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120640" y="15087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943600" y="15087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아키텍처 발표 (Google)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892040" y="204825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956048" y="2194560"/>
            <a:ext cx="27432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120640" y="20116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943600" y="2011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공개 — 대규모 언어모델 시대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892040" y="255117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4956048" y="2697480"/>
            <a:ext cx="27432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120640" y="2514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2022.11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943600" y="2514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출시 — AI 대중화의 시작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892040" y="305409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4956048" y="3200400"/>
            <a:ext cx="27432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5120640" y="30175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943600" y="3017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Claude 2, Gemini 경쟁 본격화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892040" y="355701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4956048" y="3703320"/>
            <a:ext cx="27432" cy="347472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5120640" y="35204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943600" y="3520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멀티모달 AI, AI 에이전트 시대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892040" y="4059936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5120640" y="40233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943600" y="4023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코딩, AI 코파일럿 전성기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생성형 AI의 작동 원리 (쉽게 이해하기)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학습 (Pre-training)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인터넷의 방대한 텍스트 데이터를 학습하여 언어의 패턴, 문법, 지식을 습득합니다. 책 수백만 권을 읽은 것과 비슷합니다.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6460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6460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924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미세 조정 (Fine-tuning)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46304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피드백(RLHF)을 통해 유용하고 안전한 답변을 생성하도록 추가 훈련합니다.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3957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377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추론 (Inference)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278892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사용자의 질문(프롬프트)을 받으면, 학습된 패턴을 기반으로 다음에 올 가장 적절한 단어를 예측합니다.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2860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864608" y="23957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64608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9240" y="2377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생성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78892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예측을 반복하여 완성된 문장, 문단, 코드, 이미지 등을 생성합니다. 매번 약간 다른 결과가 나올 수 있습니다.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703320"/>
            <a:ext cx="8412480" cy="4572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370332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48640" y="370332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'이해'하는 것이 아니라 '패턴을 예측'하는 것입니다. 이 차이를 이해하면 AI를 더 효과적으로 활용할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생성형 AI로 할 수 있는 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작성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보고서, 이메일, 기획서, 제안서를 AI가 초안 작성. 수정/검토만 하면 됩니다.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364992" y="11704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344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1363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분석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데이터 분석, 트렌드 파악, 인사이트 도출을 자동화합니다.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199632" y="1170432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3444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27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생성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프로그래밍 경험 없이도 웹사이트, 앱, 자동화 도구를 제작합니다.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30352" y="313639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이미지/디자인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PPT, SNS 콘텐츠, 로고, 목업 등 비주얼 콘텐츠를 생성합니다.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0040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3364992" y="3136392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00400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1363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번역/요약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33756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외국어 문서 번역, 긴 보고서 핵심 요약, 회의록 정리를 수행합니다.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3504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6199632" y="3136392"/>
            <a:ext cx="411480" cy="4114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00400"/>
            <a:ext cx="283464" cy="2834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4827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자동화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17220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업무 자동화, 워크플로우 최적화, 일정 관리를 보조합니다.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업종별 AI 활용 실무 사례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마케팅/영업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콘텐츠 자동 생성, 고객 이메일 개인화, 시장 분석 보고서, A/B 테스트 문구 작성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364992" y="1170432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344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1363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인사/총무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채용 공고 작성, 면접 질문 생성, 사내 공지문 작성, 교육 자료 제작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199632" y="11704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3444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27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재무/회계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재무제표 분석, 예산 시뮬레이션, 지출 보고서 자동 생성, 세금 관련 FAQ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30352" y="313639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연구/개발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리뷰 요약, 실험 데이터 분석, 기술 문서 작성, 코드 리뷰 자동화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0040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3364992" y="313639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00400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1363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고객서비스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33756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챗봇 구축, 고객 문의 분류, 응대 스크립트 생성, 감성 분석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3504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6199632" y="3136392"/>
            <a:ext cx="411480" cy="4114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00400"/>
            <a:ext cx="283464" cy="2834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4827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기획/전략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17220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조사 요약, 경쟁사 분석, SWOT 분석, 사업 계획서 초안 작성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생성형 AI 모델 비교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7498080" cy="2560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개발사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주요 특징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코딩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(GPT-4o)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범용 대화, 이미지, 플러그인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무료/유료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긴 문맥, 코드 분석, 안전성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무료/유료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연동, 멀티모달, 검색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무료/유료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연동, 업무 자동화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무료/유료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코드 에디터, 바이브 코딩 최적화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무료/유료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Windsurf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IDE, 코드 자동완성+생성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무료/유료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069080"/>
            <a:ext cx="8412480" cy="4572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6"/>
          <p:cNvSpPr/>
          <p:nvPr/>
        </p:nvSpPr>
        <p:spPr>
          <a:xfrm>
            <a:off x="365760" y="406908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코딩에 가장 적합한 조합: Cursor AI(개발) + Claude(기획/분석) + ChatGPT(범용). 상황에 따라 조합하세요!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 심층 분석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GPT-4o: 텍스트+이미지+음성 멀티모달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3: 이미지 생성 내장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Interpreter: Python 코드 실행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코드/문서 협업 편집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GPTs: 맞춤형 AI 챗봇 제작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브라우징 &amp; 플러그인 생태계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실무 활용 팁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속 텍스트 인식/분석 가능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엑셀 파일 직접 업로드 분석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Instructions로 맞춤 설정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공유 기능으로 팀 협업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무료: GPT-4o mini / 유료: GPT-4o 풀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548640" y="3044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실습: ChatGPT 첫 사용해보기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33375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chat.openai.com 접속 → 계정 생성 (구글 로그인 가능)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첫 번째 질문: "안녕, 나는 [직무]에서 일하고 있어. 내 업무를 도와줄 수 있어?"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파일 업로드 테스트: 엑셀 파일 첨부 → "이 데이터의 트렌드를 분석해줘"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이미지 분석: 명함 사진 업로드 → "이 명함의 정보를 정리해줘"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Custom Instructions 설정: 설정 → "나는 마케팅팀, 한국어로 답변, 존댓말 사용"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심층 분석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토큰 컨텍스트 (책 한 권 분량)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코드/문서 실시간 미리보기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Projects: 프로젝트별 맥락 관리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분석 및 생성 최상위 수준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안전성과 정확성에 특화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업로드 (PDF, 이미지, 코드)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핵심 기능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코드 즉시 실행 &amp; 미리보기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컴포넌트 실시간 렌더링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차트, 대시보드, 게임 즉석 제작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다이어그램 자동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수정 → 즉시 반영 확인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개발 환경 없이 프로토타입 가능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548640" y="3044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실습: Claude Artifacts 체험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33375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claude.ai 접속 → 계정 생성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Artifacts 테스트: "간단한 계산기를 HTML로 만들어줘"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우측 패널에서 바로 실행되는 계산기 확인!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문서 분석: PDF 업로드 → "이 문서의 핵심 내용을 3줄로 요약해줘"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코드 분석: "이 Python 코드를 분석하고 개선점을 알려줘"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Projects 활용: 새 프로젝트 생성 → 관련 파일 모두 업로드 → 맥락 유지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&amp; Copilot 심층 분석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검색 연동 — 최신 정보 접근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Docs, Sheets 직접 연동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멀티모달: 텍스트+이미지+영상 분석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Studio에서 API 무료 체험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Pro: 100만 토큰 컨텍스트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영상 요약 기능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gemini.google.com 접속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"오늘 서울 날씨와 외출 시 주의사항 알려줘"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업로드 → "이 사진 속 장소가 어디야?"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통합 (Word, Excel, PPT)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회의 요약 자동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Excel: 자연어로 수식/차트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PowerPoint: 프롬프트로 슬라이드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Outlook: 이메일 초안 자동 작성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브라우저 내장 AI 비서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copilot.microsoft.com 접속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"이번 주 업무 보고서 양식을 만들어줘"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"다음 데이터를 표로 정리해줘: [데이터]"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상황별 AI 도구 선택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106424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060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 문서 분석/요약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13350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200K 토큰으로 책 한 권도 한 번에 분석 가능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1755648"/>
            <a:ext cx="8412480" cy="65836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02920" y="185623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9202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코딩/프로그래밍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51560" y="20848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AI + Claude — 코드 생성과 디버깅에 최적화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2505456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67004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 정보 검색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51560" y="28346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ChatGPT — 웹 검색 연동으로 실시간 정보 접근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3255264"/>
            <a:ext cx="8412480" cy="65836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02920" y="3355848"/>
            <a:ext cx="411480" cy="4114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419856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업무 자동화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51560" y="3584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— Word, Excel, PPT 직접 연동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65760" y="4005072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502920" y="4105656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169664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51560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생성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51560" y="43342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(DALL-E) / Midjourney — 고품질 이미지 생성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365760" y="457200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7"/>
          <p:cNvSpPr/>
          <p:nvPr/>
        </p:nvSpPr>
        <p:spPr>
          <a:xfrm>
            <a:off x="548640" y="4572000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AI에 의존하지 말고, 작업 유형에 따라 최적의 도구를 선택하세요. 'AI 멀티툴 전략'이 핵심!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생성형 AI 실무 적용 한계점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106424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060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할루시네이션 (환각)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13350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그럴듯하지만 사실이 아닌 정보를 생성. 반드시 팩트체크 필요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1755648"/>
            <a:ext cx="8412480" cy="65836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02920" y="1856232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9202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보안 리스크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51560" y="20848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기밀/개인정보를 AI에 입력 시 외부 서버 전송 위험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2505456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67004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 정보 부재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51560" y="28346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기준일 이후 정보 부정확. RAG/웹검색으로 보완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3255264"/>
            <a:ext cx="8412480" cy="65836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02920" y="3355848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419856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맥락 이해 한계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51560" y="3584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전문 용어, 조직 문화, 암묵적 규칙은 별도 설명 필요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65760" y="4005072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502920" y="4105656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169664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51560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일관성 부족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51560" y="43342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질문에도 매번 다른 답변 생성. 중요 결정에는 교차 검증 필수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윤리적 고려사항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78308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저작권과 지적재산권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생성물의 저작권 소유 불명확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속 저작물 이슈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상업적 사용 시 라이선스 확인 필수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표기와 원저작자 존중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783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편향성과 공정성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데이터의 편향이 결과에 반영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성별/인종/지역 등 다양한 편향 존재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결과물에 대한 비판적 검토 필요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관점에서의 교차 검증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2608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54864" cy="17830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3580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2999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 보호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" y="333756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서비스에 개인정보 입력 자제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데이터 유출 방지 가이드라인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개인정보보호법 준수 여부 확인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 정보는 마스킹 후 입력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292608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4754880" y="2926080"/>
            <a:ext cx="54864" cy="1783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03580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57800" y="2999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책임과 투명성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919472" y="333756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결과물의 최종 책임은 사용자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사실 공개의 중요성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인간의 판단과 검증 필수 포함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의존도를 적정 수준으로 관리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사용 보안 가이드라인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01752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안전한 AI 사용법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가능한 일반 정보만 입력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가명/마스킹 처리 후 데이터 분석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AI 사용 정책 확인 후 사용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 결과물은 반드시 팩트체크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301752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피해야 할 행동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개인정보 직접 입력 금지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기밀 문서 원본 업로드 금지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답변을 검증 없이 외부 발표 금지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경쟁사 관련 민감 정보 질의 금지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4160520"/>
            <a:ext cx="54864" cy="5486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기업에서 AI 사용 시, 반드시 '민감 정보 마스킹 → AI 입력 → 결과 검증 → 원본 복원' 순서를 지키세요. 이름은 'A고객', 금액은 대략치로 변환 후 입력합니다.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핵심 용어 정리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703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용어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LLM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Language Model — 대규모 언어모델 (GPT, Claude 등)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프롬프트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AI에게 전달하는 지시문/질문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토큰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AI가 텍스트를 처리하는 최소 단위 (한글 1글자 ≈ 2~3 토큰)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할루시네이션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AI가 사실이 아닌 정보를 생성하는 현상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Retrieval-Augmented Generation — 외부 지식 검색 후 답변 생성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파인튜닝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특정 목적에 맞게 AI 모델을 추가 학습시키는 과정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멀티모달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텍스트+이미지+음성 등 다양한 형태를 동시에 처리하는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컨텍스트 윈도우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AI가 한 번에 처리할 수 있는 텍스트의 최대 길이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AI 도구 비교 체험하기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체험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chat.openai.com → 간단한 질문 → 이미지 분석 → 코드 생성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6460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6460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924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체험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4630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→ 긴 문서 요약 → Artifacts 코드 실행 체험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011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1214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1031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체험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25146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 → 최신 정보 검색 → 멀티모달 테스트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011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864608" y="21214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64608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9240" y="21031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 분석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5146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질문 3개 AI 동시 입력 → 답변 품질 비교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154680"/>
            <a:ext cx="8412480" cy="16916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48640" y="3227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과제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3520440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1: "내 업무에서 AI를 활용할 수 있는 5가지 시나리오"를 3개 AI에게 물어보세요.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2: 각 AI의 답변을 비교하고, 어떤 AI가 어떤 유형의 질문에 강한지 정리하세요.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3: 가장 마음에 드는 답변을 선택하고, 추가 질문으로 더 구체화하세요.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평가 기준: 답변의 구체성, 실용성, 창의성, 정확성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실무 적용 사례: Before &amp; After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09728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정리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0332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수동으로 엑셀 데이터 정리 (2시간)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1417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 데이터 업로드 → 자동 정리 (5분)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109728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65760" y="19659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작성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45920" y="20391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초안 작성 (3시간)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2423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초안 생성 → 수정/보완 (30분)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109728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97180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업무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45920" y="30449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외국 바이어 이메일 번역+답변 (1시간)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3429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번역+답변 초안 (10분)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3977640"/>
            <a:ext cx="109728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회의 관리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45920" y="4050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회의록 작성 및 할 일 정리 (40분)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45920" y="4434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회의 내용 요약+액션아이템 추출 (5분)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내 업무에 AI 적용해보기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목록 작성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내가 하는 주요 업무 5가지를 나열하세요. 각 업무에 소요되는 시간도 적어주세요.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" y="202996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201168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적용 가능 업무 선별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423160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 5가지 중 AI로 효율화할 수 있는 업무를 선택하고, 어떤 AI 도구가 적합한지 매칭하세요.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99008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990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97180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AI 테스트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383280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선택한 업무 1개를 실제로 AI에게 맡겨보세요. 결과물의 품질과 소요 시간을 기록하세요.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5488" y="39502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5488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393192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공유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4343400"/>
            <a:ext cx="8092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팀별로 AI 활용 경험을 공유하고, 가장 효과적이었던 사례를 선정하세요.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활용 업무 효율화 프레임워크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(발견)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반복적이고 시간이 많이 걸리는 업무를 찾아냅니다. 일주일간 업무일지를 작성해 보세요.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54680" y="96012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6440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6440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(설계)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9272" y="146304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어떻게 지시할지 프롬프트를 설계합니다. CRISP 템플릿을 활용하세요.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0" y="960120"/>
            <a:ext cx="28346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5332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05332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1051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(적용)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08192" y="146304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업무에 적용하고 결과를 측정합니다. Before/After 비교를 기록하세요.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5488" y="317296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5488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3154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(문서화)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3566160"/>
            <a:ext cx="3703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효과적인 프롬프트와 워크플로우를 정리하여 팀과 공유합니다. 프롬프트 라이브러리를 구축하세요.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0632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864608" y="317296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864608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49240" y="3154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(발전)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9472" y="3566160"/>
            <a:ext cx="3703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지속적으로 프롬프트를 개선하고, 새로운 AI 도구를 탐색하여 활용 범위를 확대합니다.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AI가 특히 잘하는 일 vs 못하는 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잘하는 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대량 텍스트 요약 및 정리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인식 및 데이터 분석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 번역 및 현지화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생성 및 디버깅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 브레인스토밍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반복적 문서 작성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 변환 (표→문장, JSON→CSV 등)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초안 작성 후 빠른 반복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못하는 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사실 확인 (할루시네이션)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감정적 공감과 미묘한 뉘앙스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내부 정보 접근/처리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법적 책임이 따르는 의사결정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 작업 수행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윤리적 판단이 필요한 상황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존재하지 않는 정보 생성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정확한 수학적 계산 (가끔 실수)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무료 AI 도구 시작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106424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060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13350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chat.openai.com — 가입 후 즉시 사용. GPT-4o mini 무료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1755648"/>
            <a:ext cx="8412480" cy="65836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02920" y="185623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9202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51560" y="20848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— 가입 후 즉시 사용. Artifacts 무료 체험 가능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2505456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67004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51560" y="28346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 — Google 계정으로 로그인, 무료 사용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3255264"/>
            <a:ext cx="8412480" cy="658368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02920" y="3355848"/>
            <a:ext cx="411480" cy="4114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419856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51560" y="3584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copilot.microsoft.com — Microsoft 계정으로 무료 사용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65760" y="4005072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502920" y="4105656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169664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51560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51560" y="43342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perplexity.ai — AI 기반 검색 엔진. 출처 포함 답변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 핵심 정리 &amp; 체크리스트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배운 내용 체크리스트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8092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생성형 AI의 정의와 작동 원리를 설명할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ChatGPT, Claude, Gemini의 차이점을 이해한다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최소 2개 이상의 AI 도구에 계정을 생성했다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AI에게 질문을 하고 답변을 받아본 경험이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AI의 한계(할루시네이션, 보안)를 이해한다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내 업무에 AI를 적용할 수 있는 아이디어를 3개 이상 도출했다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 보안 가이드라인을 이해하고 준수할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같은 질문에 대한 AI별 답변 차이를 비교해 보았다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엔지니어링 마스터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작성의 핵심 원칙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최적화 기법과 템플릿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고급 프롬프트 테크닉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프롬프트 실습 (자료분석/기획/시각화)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라이브러리 구축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엔지니어링이란?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프롬프트(Prompt)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AI에게 전달하는 지시문, 질문, 맥락 정보의 총합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AI도 프롬프트에 따라 결과물 품질이 10배 이상 달라집니다.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3931920" cy="237744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나쁜 프롬프트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"보고서 써줘"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 없음 — 무슨 보고서?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 미지정 — 길이, 구조, 톤 불명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미정 — 누구를 위한 것?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 불분명 — 왜 필요한지 모름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194560"/>
            <a:ext cx="3931920" cy="237744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좋은 프롬프트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606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"마케팅팀 주간 보고서를 A4 2장으로 작성해줘. 대상은 팀장급, SNS 캠페인 성과와 다음 주 계획 포함"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33832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역할+맥락+형식+대상 모두 지정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 요구사항으로 정확한 결과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작성 핵심 5원칙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06984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069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014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부여 (Role)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307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10년 경력의 데이터 분석가야" — 전문가 역할을 부여하면 답변 품질 향상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02920" y="184708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17922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구체적 지시 (Specific)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084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"500자 이내, 3단락, 업무 보고 형식으로" — 형식, 길이, 톤 명확히 지정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02920" y="262432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2569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맥락 제공 (Context)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2862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정보, 목적, 대상 독자를 알려주면 상황에 맞는 답변 획득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02920" y="340156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3346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포함 (Example)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3639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결과물 예시를 제공하면 AI가 패턴을 이해하고 유사 품질 생성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02920" y="417880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292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7280" y="4123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단계적 요청 (Step-by-step)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44165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작업은 여러 단계로 나누어 요청. 한 번에 모든 것 요구하지 않기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만능 프롬프트 템플릿 (CRISP)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1115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(맥락)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371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"우리 팀은 B2B SaaS 스타트업의 마케팅팀이야"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1801368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(역할)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057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시니어 콘텐츠 마케터 역할을 해줘"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487168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9436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(지시)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2743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"블로그 포스트 제목 10개를 제안해줘"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3172968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436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3136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Specifics (세부사항)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429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"SEO 키워드 포함, 클릭유도 형식, 한글 30자 이내"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3858768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9436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88720" y="3822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 (선호)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4114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"표 형식으로 정리, 예상 CTR도 함께 표시"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고급 기법 1: Zero-Shot vs Few-Shot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(예시 없이)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리뷰의 감성을 분석해줘: '배송이 빨라서 좋았습니다'"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결과: 긍정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3044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(예시 포함)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"리뷰 감성 분석을 해줘. 예시: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'배송 최고!' → 긍정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'포장이 찢어져 왔어요' → 부정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'그냥 그래요' → 중립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분석할 리뷰: '가격 대비 품질이 아쉽네요'"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결과: 부정 (정확도 향상!)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고급 기법 2: Chain-of-Thought (CoT)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프롬프트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"우리 회사 매출이 작년 대비 15% 감소했어.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원인과 대응 방안을 알려줘."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결과: 일반적/피상적 답변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3044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 프롬프트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"우리 회사 매출이 작년 대비 15% 감소했어.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단계별로 분석해줘: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가능한 외부 원인 3가지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가능한 내부 원인 3가지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각 원인별 구체적 대응 방안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단기(1개월)와 중기(6개월) 실행 계획"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결과: 체계적이고 실행 가능한 답변!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고급 기법 3: 역할극 &amp; 페르소나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페르소나 프롬프트 예시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스티브 잡스의 프레젠테이션 스타일을 가진 마케팅 전문가야"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맥킨지 출신 경영 컨설턴트로서 답변해줘"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10년차 UX 디자이너. 사용자 관점에서 분석해줘"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재무팀장이야. 비용 절감 관점에서 검토해줘"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고객이야. 이 제안서를 받으면 어떤 생각이 들어?"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역할을 구체적으로 설정할수록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전문적인 답변을 얻을 수 있습니다!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관점 분석 기법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주제를 여러 역할로 분석하기: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프롬프트: "이 사업 제안서를 다음 관점에서 각각 평가해줘:"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CEO 관점: 전략적 가치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CFO 관점: 재무적 타당성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CTO 관점: 기술적 실현가능성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고객 관점: 시장 수요와 가치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하나의 프롬프트로 360도 분석 가능!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고급 기법 4: 출력 형식 제어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형식 제어 패턴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 형식: "결과를 표로 정리해줘"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번호 목록: "3가지 핵심 포인트로 요약해줘"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마크다운: "마크다운 형식으로 문서화해줘"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"JSON 형식으로 데이터를 구조화해줘"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비교표: "A와 B를 비교표로 정리해줘"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MECE: "MECE 원칙에 따라 분류해줘"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타임라인: "시간순으로 정리해줘"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다이어그램: "플로우차트로 표현해줘"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길이와 톤 제어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 제어: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"3줄로 요약해줘"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"A4 1장 분량으로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"500자 이내로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톤 제어: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"격식체/비즈니스 톤으로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"초등학생도 이해할 수 있게 설명해줘"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"친근하고 캐주얼한 톤으로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"학술적이고 전문적인 어조로 작성해줘"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자료 분석 프롬프트 작성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2103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예제 프롬프트 — 매출 데이터 분석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너는 10년 경력의 데이터 분석 전문가야.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첨부된 엑셀은 우리 회사의 2024년 월별 매출 데이터야.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지시: 다음을 분석해줘: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1) 월별 매출 추이와 성장률 계산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2) 가장 매출이 높은/낮은 달과 원인 추정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3) 계절성 패턴 분석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4) 다음 분기 매출 예측과 근거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형식: 표와 차트를 포함한 보고서 형태로 작성. 핵심은 볼드 처리.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5488" y="3355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5488" y="3355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업로드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7490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CSV/Excel 파일을 AI에 업로드하고 구조 설명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32461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64408" y="3355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64408" y="3355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4904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요청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9272" y="37490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템플릿으로 구체적 분석 지시 작성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0" y="3246120"/>
            <a:ext cx="2834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053328" y="3355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053328" y="3355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3337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검증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08192" y="37490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결과를 수동 교차검증 후 시각화 요청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업무 기획 프롬프트 작성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기획 프롬프트 예시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계획서: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"3개월 웹사이트 리뉴얼 계획서. WBS, 마일스톤, 리스크 관리 포함"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 안건 준비: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"내일 마케팅 회의 안건 정리. 참석: 대표, 마케팅팀장. 의제: Q2 예산"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프로세스 개선안: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"고객 응대 프로세스 개선안을 MECE 원칙에 따라 정리"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 제안서: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"신규 서비스 사업제안서. 시장분석, 수익모델, 경쟁력 분석 포함"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시각화 프롬프트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 생성: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"매출 데이터를 월별 막대+누적 꺾은선 차트로. Python matplotlib"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"KPI 대시보드 HTML. 매출, 고객수, 전환율, 이탈률 카드 표시"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인포그래픽: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"회사 연혁 타임라인 인포그래픽. SVG로 생성"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분석: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"A제품 vs B제품 비교 레이더 차트. 가격, 품질, 디자인, 기능, AS"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이메일/문서 작성 프롬프트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이메일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3657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비즈니스 커뮤니케이션 전문가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거래처에 납품 일정 변경 요청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톤: 정중하지만 단호한 비즈니스 톤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형식: 이메일 형식 (제목/본문/서명)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"거래처 A사에 납품 일정을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2주 연기해야 하는 상황입니다.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원인: 원자재 수급 지연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대안: 부분 납품(70%) 선 진행 가능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정중하지만 신뢰를 잃지 않는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이메일을 작성해줘."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 작성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657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경영기획팀 과장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월간 경영 실적 보고서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대상: 임원진 (C-level)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형식: A4 3장, 요약→분석→제안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"2024년 11월 경영 실적 보고서를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작성해줘.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 사항: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매출: 전월 대비 +5%, 전년 대비 +12%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영업이익률: 8.5% (목표: 10%)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신규 고객: 150건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이탈률: 3.2%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문제점과 개선 방안도 포함해줘."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체이닝 실전 기법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06984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069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005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브레인스토밍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0058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"AI 교육 사업 아이디어 10개 제안해줘"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" y="152704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2920" y="184708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&amp; 선별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17830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"위 10개를 시장성, 수익성, 실현가능성으로 평가하고 Top 3 선정"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" y="230428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02920" y="262432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구체화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25603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"1위 아이디어를 린 캔버스 형태로 구체화해줘"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" y="308152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02920" y="340156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계획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33375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"이 사업의 3개월 실행 로드맵을 주차별로 작성해줘"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4088" y="385876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02920" y="417880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0292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728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문서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834640" y="41148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"위 내용을 종합하여 투자 제안서 형태로 정리해줘"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나만의 프롬프트 라이브러리 구축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46304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라이브러리란?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8092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사용하는 효과적인 프롬프트를 정리하여 재사용 가능하게 만든 컬렉션입니다.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내 공유하면 전체 업무 효율이 높아지고, AI 사용 품질이 균일해집니다.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노션, 구글 독스, 엑셀 등에 카테고리별로 정리하여 관리하세요.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260604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65760" y="2606040"/>
            <a:ext cx="54864" cy="21031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71576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8680" y="2679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분류 예시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0352" y="3017520"/>
            <a:ext cx="3703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이메일: 거래처/고객/사내 이메일 템플릿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데이터 분석: 매출/고객/시장 분석 프롬프트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문서 작성: 보고서/기획서/제안서 템플릿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콘텐츠: SNS/블로그/마케팅 콘텐츠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코딩: 웹앱/자동화/데이터 처리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0" y="260604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754880" y="2606040"/>
            <a:ext cx="54864" cy="21031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71576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57800" y="2679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 팁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919472" y="3017520"/>
            <a:ext cx="3703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프롬프트에 '효과 등급' 부여 (★~★★★★★)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날짜와 결과 품질을 함께 기록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팀원들의 피드백을 반영하여 지속 개선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관리: v1.0, v1.1 등으로 이력 추적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 사례와 실패 사례 모두 기록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 실습 과제 &amp; 평가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22860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과제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1: CRISP 템플릿 활용 프롬프트 작성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본인 업무와 관련된 프롬프트 3개를 CRISP 형식으로 작성하세요.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2: 프롬프트 체이닝 실습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하나의 주제에 대해 5단계 체이닝 프롬프트를 설계하고 실행하세요.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3: 프롬프트 라이브러리 초안 구축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카테고리 3개, 프롬프트 각 2개씩 = 총 6개 프롬프트 라이브러리를 구축하세요.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4: Before/After 비교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단순 프롬프트 vs CRISP 프롬프트의 결과물 품질 차이를 비교 정리하세요.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84124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54864" cy="12801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53872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35021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기준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0352" y="3840480"/>
            <a:ext cx="8092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구체성 (30%) — CRISP 요소가 모두 포함되었는가?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결과물 품질 (30%) — AI가 실제로 유용한 답변을 생성했는가?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창의성 (20%) — 업무에 독창적으로 AI를 활용했는가?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문서화 (20%) — 프롬프트 라이브러리가 체계적으로 정리되었는가?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 핵심 정리 &amp; 체크리스트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배운 내용 체크리스트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8092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좋은 프롬프트와 나쁜 프롬프트의 차이를 설명할 수 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CRISP 템플릿의 5가지 요소를 이해하고 작성할 수 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Zero-Shot, Few-Shot, CoT 기법의 차이를 이해한다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역할극/페르소나 기법으로 전문적 답변을 이끌어낼 수 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프롬프트 체이닝으로 복잡한 작업을 단계적으로 처리할 수 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자료 분석, 업무 기획, 문서 작성 프롬프트를 직접 작성해 보았다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나만의 프롬프트 라이브러리 초안을 구축했다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 결과물의 출력 형식(표, 목록, JSON 등)을 제어할 수 있다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3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바이브 코딩 실전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코딩의 개념과 원리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도구 심층 분석 (Cursor, Claude, ChatGPT)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아이디어 구체화 방법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앱 프로젝트 실습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생성 프롬프트 패턴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디버깅 &amp; 코드 개선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코딩(Vibe Coding)이란?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0515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자연어로 AI에게 지시하여 프로그램을 만드는 새로운 개발 방식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436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 Karpathy(테슬라 前 AI 수장)가 2025년 제안한 개념. 코딩 지식 없이도 소프트웨어 제작 가능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2331720"/>
            <a:ext cx="3931920" cy="228600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4864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개발 방식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27889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프로그래밍 언어 학습 (6개월~수년)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문법, 알고리즘, 자료구조 공부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한 줄 한 줄 직접 작성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발생 시 수동 디버깅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46320" y="2331720"/>
            <a:ext cx="3931920" cy="228600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02920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 방식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0" y="27889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"~만들어줘" 자연어로 지시 (즉시 시작)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코드 자동 생성 및 실행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확인 → 수정 요청 반복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버그 고쳐줘" AI가 디버깅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 워크플로우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06984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069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구상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005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만들고 싶은 프로그램의 목적과 기능을 자연어로 정리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" y="152704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2920" y="184708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AI에게 지시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1783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구체적인 프롬프트로 AI에게 코드 생성 요청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" y="230428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02920" y="262432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확인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2560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생성된 코드를 실행하고 동작 확인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" y="308152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02920" y="340156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9728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요청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0" y="3337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대로 되지 않는 부분을 자연어로 수정 요청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4088" y="3858768"/>
            <a:ext cx="54864" cy="2103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02920" y="417880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0292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9728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&amp; 완성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74720" y="4114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추가, 디자인 개선, 버그 수정을 반복하여 완성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Cursor AI 상세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기반 AI 네이티브 에디터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Composer: 자연어 → 전체 프로젝트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Tab: AI 코드 자동 완성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코드베이스에 대한 질의응답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Edit: 여러 파일 동시 수정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Apply: 코드 변경 즉시 적용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플랜: 월 2,000회 자동완성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cursor.com에서 다운로드 → 설치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설정/확장 자동 마이그레이션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Cmd+K(Mac)/Ctrl+K로 인라인 수정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Cmd+L로 AI 채팅 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Composer에서 대규모 변경 요청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Artifacts 상세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웹에서 바로 코드 실행 &amp; 미리보기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즉시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컴포넌트 실시간 렌더링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차트, 게임, 도구 즉석 제작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없이 프로토타입 가능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수정 → 즉시 반영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계정으로도 사용 가능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접속 → 계정 생성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"HTML로 만들어줘" 입력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우측 미리보기 패널 확인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"여기서 색상을 파란색으로 바꿔줘"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앱도 대화로 점진적 구축 가능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 Canvas/Code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대화형 코드 편집 환경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코드 실시간 실행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분석 자동화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 코드 (matplotlib/plotly)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업로드 → 처리 → 다운로드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코드+문서 협업 편집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Code Interpreter 내장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chat.openai.com 접속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"Python 코드를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모드에서 직접 수정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파일 업로드 → 자동 분석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생성된 파일 바로 다운로드 가능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코딩 아이디어 구체화 5단계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06984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069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005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97840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해결하고 싶은 문제는?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"매일 수동 데이터 정리에 2시간 소요"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8412480" cy="6858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02920" y="184708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설정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175564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프로그램을 누가 사용?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"우리 팀 5명이 사용할 내부 도구"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02920" y="262432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목록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253288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3~5개 우선순위대로 나열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"데이터 업로드→자동 정리→리포트"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8412480" cy="685800"/>
          </a:xfrm>
          <a:prstGeom prst="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02920" y="340156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입출력 정의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34640" y="331012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입력하면 무엇이 나와야 하는가?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"CSV 업로드→정리된 대시보드"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02920" y="4178808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292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728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 요청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34640" y="408736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구체 요청: "위 기능의 웹앱을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HTML/CSS/JS로 만들어줘"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 프로젝트 아이디어 (초급)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 일 목록 앱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 일 추가/삭제/완료 체크, 우선순위 표시, 날짜별 정렬 기능이 있는 웹 앱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364992" y="1170432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344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1363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타이머/스톱워치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포모도로 타이머, 스톱워치, 알람 기능. 시간 관리에 즉시 활용 가능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199632" y="11704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3444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27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 정보 입력기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명함 정보를 폼에 입력하면 깔끔한 카드 UI로 표시하고 복사 가능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30352" y="3136392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보고서 생성기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한 일을 입력하면 정돈된 일일 보고서를 자동 생성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0040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3364992" y="313639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00400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1363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 변환기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33756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길이, 무게, 온도, 환율 등 다양한 단위를 실시간 변환하는 도구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3504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6199632" y="313639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00400"/>
            <a:ext cx="283464" cy="2834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4827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랜덤 메뉴 추천기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17220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점심 메뉴 고민 해결! 카테고리별 랜덤 메뉴 추천 앱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 프로젝트 아이디어 (중급)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대시보드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데이터 업로드 → 자동 차트 생성, 주요 지표 카드 표시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364992" y="11704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344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1363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회의록 요약 도구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 내용 입력 → 핵심 결정사항, 할 일, 담당자 자동 추출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199632" y="1170432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3444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27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문의 분류기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문의를 카테고리(배송/반품/문의/불만)로 자동 분류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30352" y="313639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인터랙티브 퀴즈 앱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내용 기반 퀴즈 자동 생성, 채점, 해설 표시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0040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3364992" y="313639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00400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1363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일정 관리 보드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33756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캘린더 + 칸반 보드. 팀원별 업무 현황 시각화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3504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6199632" y="313639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00400"/>
            <a:ext cx="283464" cy="2834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4827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갤러리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17220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업로드, 태그 분류, 검색, 슬라이드쇼 기능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AI로 할 일 목록 앱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가이드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Claude(claude.ai) 접속 → 다음과 같이 입력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"할 일 목록(Todo List) 웹 앱을 만들어줘.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기능: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할 일 추가 (텍스트 입력 + 추가 버튼)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완료 체크 (체크박스 클릭 시 취소선)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삭제 (X 버튼)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날짜/시간 자동 표시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전체/완료/미완료 필터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디자인: 깔끔한 카드 UI, 파란색 테마, 그림자 효과"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Artifacts에서 바로 실행 확인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수정 요청 → "우선순위(높음/중간/낮음) 기능 추가해줘"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추가 → "완료율 프로그레스 바도 상단에 표시해줘"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5: 개선 → "다크 모드 토글 버튼도 추가해줘"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6: 최종 → "모바일에서도 잘 보이도록 반응형으로 수정해줘"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핵심: 한 번에 완벽하게 만들지 말고, 단계적으로 기능을 추가하세요!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AI로 데이터 대시보드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가이드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ChatGPT 또는 Claude에 다음 입력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"팀 KPI 대시보드를 HTML/CSS/JS로 만들어줘.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 지표 (상단 카드):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총 매출: 1억 2,350만원 (전월 대비 +5.2%)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신규 고객: 156명 (전월 대비 +12.3%)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전환율: 3.8% (전월 대비 -0.5%)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고객 만족도: 4.2/5.0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차트: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월별 매출 막대 차트 (1월~12월)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카테고리별 매출 파이 차트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일별 방문자 추이 꺾은선 차트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디자인: 다크 테마, 카드 UI, Chart.js 사용"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결과 확인 → "차트 색상을 파란색/초록색 계열로 통일해줘"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기능 추가 → "지표 클릭 시 상세 내역 모달 팝업 추가"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데이터 교체 → "하드코딩된 데이터를 CSV 업로드로 바꿔줘"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5: 인쇄 → "PDF 다운로드 버튼 추가해줘"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코드 생성 프롬프트 핵심 패턴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996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명세형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99669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"~하는 프로그램을 만들어줘. 기능: A, B, C. 기술: HTML/CSS/JS"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0" y="134416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기본적인 형태. 원하는 기능을 나열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764792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764792"/>
            <a:ext cx="54864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1801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 사이트형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180136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"~사이트처럼 만들어줘. 하지만 색상은 파란색으로"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86000" y="21488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서비스를 참고하면 AI가 더 정확히 이해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569464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2569464"/>
            <a:ext cx="54864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2606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점진적 확장형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2606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"먼저 기본 뼈대만 만들어줘" → "여기에 ~기능 추가" → "디자인 개선"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0" y="29535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요청으로 품질을 높이는 핵심 전략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374136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3374136"/>
            <a:ext cx="54864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48640" y="3410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수정형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34107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"이 부분이 작동하지 않아. 에러: [메시지]. 수정해줘"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86000" y="375818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메시지를 그대로 복사해서 전달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178808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4178808"/>
            <a:ext cx="54864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48640" y="42153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리팩토링형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86000" y="421538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"이 코드를 더 깔끔하게/빠르게/반응형으로 개선해줘"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86000" y="45628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코드 품질을 높이는 요청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비개발자를 위한 웹 기술 기초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6060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0352" y="1033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(뼈대)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371600"/>
            <a:ext cx="2286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웹페이지의 구조와 내용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제목, 단락, 버튼, 이미지 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태그(tag)로 내용을 감싸는 구조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&lt;h1&gt;제목&lt;/h1&gt;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&lt;p&gt;내용&lt;/p&gt;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&lt;button&gt;클릭&lt;/button&gt;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건물의 '골조/뼈대'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26060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154680" y="960120"/>
            <a:ext cx="54864" cy="3794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319272" y="1033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(디자인)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9272" y="1371600"/>
            <a:ext cx="2286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웹페이지의 색상, 크기, 배치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폰트, 여백, 그림자, 애니메이션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스타일시트로 디자인 적용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blue;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font-size: 16px;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#f0f0f0;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건물의 '인테리어'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960120"/>
            <a:ext cx="283464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94360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108192" y="1033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(동작)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08192" y="137160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웹페이지에 기능/동작 추가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클릭, 입력, 계산, 데이터 처리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사용자와의 상호작용 담당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클릭 → 알림 표시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값 → 계산 결과 표시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저장/불러오기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건물의 '전기/설비'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AI로 디버깅 &amp; 오류 수정하기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783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수정 요청 방법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메시지 전체를 복사해서 전달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상황에서 오류가 발생하는지 설명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동작 vs 실제 동작 차이 설명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스크린샷 첨부 시 더 정확한 수정 가능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78308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개선 요청 방법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"더 빠르게 만들어줘"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"모바일 반응형으로 수정해줘"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"디자인을 더 현대적으로 개선해줘"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"입력값 검증 로직 추가해줘"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26080"/>
            <a:ext cx="8412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54864" cy="17830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3580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2999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흔한 오류와 AI에게 요청하는 법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" y="3337560"/>
            <a:ext cx="8092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화면이 빈 페이지만 나올 때: "코드를 실행하면 빈 화면만 보여. 콘솔 에러: [메시지]. 수정해줘"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버튼이 동작하지 않을 때: "추가 버튼을 클릭해도 아무 반응이 없어. 이벤트 핸들러를 확인해줘"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레이아웃이 깨질 때: "모바일에서 내용이 잘려서 보여. CSS를 반응형으로 수정해줘"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저장되지 않을 때: "새로고침하면 데이터가 사라져. localStorage로 저장 기능 추가해줘"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 프로젝트: 나만의 업무 도구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선정 (15분)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80924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오전에 배운 아이디어 구체화 방법을 활용하여, 내 업무에 필요한 도구 아이디어를 선정합니다.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" y="19385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5488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192024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 개발 (60분)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331720"/>
            <a:ext cx="80924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Artifacts 또는 ChatGPT를 사용하여 선택한 아이디어를 실제 웹 앱으로 구현합니다.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8072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807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78892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확장 (30분)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200400"/>
            <a:ext cx="80924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기능이 동작하면, 추가 기능과 디자인 개선을 반복적으로 요청합니다.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5488" y="367588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5488" y="3675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365760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 준비 (15분)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4069080"/>
            <a:ext cx="80924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내일 발표를 위해 프로젝트의 핵심 기능과 개발 과정을 정리합니다.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4434840"/>
            <a:ext cx="54864" cy="365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48640" y="4434840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처음부터 완벽을 추구하지 마세요! MVP(최소 기능 제품)부터 시작하여 점진적으로 확장하는 것이 바이브 코딩의 핵심입니다.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 Best Practices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효과적인 바이브 코딩 전략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작게 시작하세요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복잡한 기능보다 핵심 기능 1개부터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구체적으로 요청하세요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"예쁘게" 대신 "파란색 카드, 그림자"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단계적으로 확장하세요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기본 → 기능추가 → 디자인 → 최적화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에러를 두려워하지 마세요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에러 메시지는 AI에게 최고의 단서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다양한 AI를 활용하세요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Claude: 프로토타입 / Cursor: 본격 개발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흔한 실수와 해결법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 1: 한 번에 모든 기능 요청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해결: MVP부터 시작, 기능 1개씩 추가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 2: 모호한 지시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해결: 구체적 수치/색상/동작 명시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 3: AI 결과를 그대로 사용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해결: 반드시 테스트하고 수정 요청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 4: 에러 발생 시 포기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해결: 에러 메시지를 AI에게 전달!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3 핵심 정리 &amp; 체크리스트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배운 내용 체크리스트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8092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바이브 코딩의 개념과 워크플로우를 설명할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Cursor AI, Claude Artifacts, ChatGPT Canvas의 차이를 이해한다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HTML, CSS, JavaScript의 역할 차이를 이해한다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코딩 아이디어를 5단계로 구체화할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AI에게 코드 생성을 요청하는 5가지 패턴을 알고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에러 발생 시 AI에게 효과적으로 디버깅을 요청할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AI로 최소 1개의 웹 앱 프로토타입을 직접 만들어 보았다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반복적 수정/개선을 통해 프로그램을 점진적으로 발전시켜 보았다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4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결과물 공유 &amp; 업무 활용 전략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결과물 발표 및 피드백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현장 적용 시사점 도출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거버넌스 &amp; 조직 전략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시대 핵심 역량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적용 로드맵 수립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결과물 발표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 (1분)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업무 문제를 해결하고자 했는지 간략히 설명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6460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6460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924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시연 (3분)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4630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만든 프로그램을 실제로 시연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011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1214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1031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과정 공유 (2분)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25146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프롬프트를 사용했고 어떤 어려움이 있었는지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011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864608" y="21214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64608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9240" y="21031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적용 계획 (2분)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5146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업무에 어떻게 적용할 수 있을지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15468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3154680"/>
            <a:ext cx="54864" cy="15544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64408"/>
            <a:ext cx="256032" cy="25603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68680" y="32278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평가 기준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30352" y="356616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창의성 (25%): 독창적인 아이디어와 접근 방식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실용성 (30%): 실제 업무에 활용 가능한 정도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완성도 (25%): 프로그램의 기능 구현 정도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활용 (20%): AI와의 효과적인 소통 과정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업무 적용 전략: AI 활용 4대 영역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457200" cy="45720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6128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반복 업무 자동화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1645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반복하는 보고서, 데이터 정리, 이메일 등을 AI로 자동화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892040" y="10972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16128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의사결정 보조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92040" y="1645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분석, 트렌드 파악, 리스크 분석에 AI 활용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08152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창의적 업무 확장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292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콘텐츠, 디자인, 아이디어 브레인스토밍에 AI를 협업 파트너로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5488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4892040" y="30175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08152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프로세스 혁신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89204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코딩으로 새로운 도구, 대시보드, 자동화 시스템 구축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조직의 AI 거버넌스 전략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사용 정책 수립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허용/금지 AI 도구 목록 정의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 데이터 분류 기준 수립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결과물 검증 프로세스 마련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부서별 AI 활용 가이드라인 배포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역량 개발 전략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직원 AI 리터러시 교육 실시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부서별 AI 챔피언 육성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성과 측정/보상 체계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우수 사례 공유 문화 조성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84124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71800"/>
            <a:ext cx="54864" cy="17373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8152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30449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도입 로드맵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" y="3383280"/>
            <a:ext cx="8092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 (1개월): 개인 업무에 AI 도구 도입 → 이메일, 보고서, 데이터 정리에 활용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(3개월): 팀 단위 AI 활용 확대 → 프롬프트 라이브러리 구축, 팀별 AI 도구 표준화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(6개월): 부서 간 AI 협업 체계 → 자동화 워크플로우 구축, AI 기반 의사결정 프로세스 도입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 (12개월): 조직 전사 AI 전환 → AI 거버넌스 체계 확립, KPI에 AI 활용도 반영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시대에 필요한 핵심 역량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737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16128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리터러시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효과적으로 지시하고 결과물을 비판적으로 평가하는 능력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754880" y="960120"/>
            <a:ext cx="54864" cy="1737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937760" y="1097280"/>
            <a:ext cx="365760" cy="36576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16128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9496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큐레이션 능력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3776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AI 도구를 상황에 맞게 선택하고 조합하는 능력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6576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365760" y="2880360"/>
            <a:ext cx="54864" cy="1737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08152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0584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비판적 사고력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4864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결과물의 정확성과 편향성을 검증하고 판단하는 능력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75488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4754880" y="2880360"/>
            <a:ext cx="54864" cy="1737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4937760" y="3017520"/>
            <a:ext cx="365760" cy="36576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081528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9496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창의적 문제 정의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93776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해결할 수 있는 형태로 문제를 재정의하는 능력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실무 적용 30일 플랜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097280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1주차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1033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일상 도입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13441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1개 업무를 AI로 처리해보기. 이메일, 보고서 요약, 데이터 정리부터 시작하세요.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1097280" cy="8686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65760" y="19659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2주차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2039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라이브러리 구축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235000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쓰는 프롬프트를 정리하고 팀과 공유합니다. 노션이나 구글 독스에 카테고리별 정리.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1097280" cy="86868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97180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3주차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3044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 프로젝트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335584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 업무 자동화 도구 1개를 바이브 코딩으로 제작합니다. 할 일 관리, 데이터 정리 등.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3977640"/>
            <a:ext cx="1097280" cy="8686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4주차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45920" y="4050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확산 &amp; 사례 공유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45920" y="436168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성공 사례를 팀에 공유하고, 다른 팀원들도 AI 활용을 시작할 수 있도록 도와줍니다.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추천 학습 리소스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78308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 AI 도구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(claude.ai) — 코딩+문서 최강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(chat.openai.com) — 범용 AI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AI (cursor.com) — AI 코드 에디터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(perplexity.ai) — AI 검색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7830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채널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AI 코딩 튜토리얼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Coursera: Prompt Engineering (무료)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노마드 코더: 바이브 코딩 시리즈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문서: Claude/ChatGPT API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26080"/>
            <a:ext cx="8412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54864" cy="1783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3580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2999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트렌드 팔로우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" y="3337560"/>
            <a:ext cx="8092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뉴스레터: AI Times, GeekNews, Toran Billups의 AI Newsletter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커뮤니티: AI Korea (페이스북), Reddit r/artificial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팟캐스트: AI with AI (팟빵), Lex Fridman Podcast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X(트위터): @AndrewYNg, @kaborpa, @ylecun 등 AI 리더 팔로우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AI의 미래</a:t>
            </a:r>
            <a:r>
              <a:rPr lang="en-US" sz="2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 2026 </a:t>
            </a: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트렌드 전망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61288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답변을 넘어 스스로 계획하고 실행하는 자율형 AI. 복잡한 업무를 여러 단계로 나눠 처리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892040" y="109728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16128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AI 고도화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9204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텍스트+이미지+영상+음성을 동시에 처리. 회의 영상 분석, 제품 이미지 자동 설명 등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02920" y="30175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08152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코파일럿 보편화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292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소프트웨어에 AI 비서 내장. Excel, PPT, 메일, CRM 등에서 AI가 상시 보조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4892040" y="301752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081528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4068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 AI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89204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사용자의 업무 패턴, 선호도를 학습하여 맞춤형 지원 제공. 나만의 AI 비서 시대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나의 AI 활용 액션 플랜 워크시트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이번 주부터 AI로 자동화할 업무 1가지: ___________________________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주로 사용할 AI 도구: ___________________________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이번 달 바이브 코딩으로 만들 도구: ___________________________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팀에 공유할 AI 활용 사례: ___________________________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3개월 후 AI 활용 목표: ___________________________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지속적으로 팔로우할 AI 학습 채널: ___________________________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4 핵심 정리 &amp; 전체 과정 체크리스트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과정 최종 체크리스트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8092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생성형 AI의 개념, 종류, 주요 도구를 이해한다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CRISP 프롬프트 템플릿을 활용하여 효과적인 프롬프트를 작성할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프롬프트 체이닝, CoT, Few-Shot 등 고급 기법을 활용할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바이브 코딩의 개념을 이해하고 간단한 웹 앱을 AI로 만들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AI로 만든 프로젝트를 발표하고 피드백을 받았다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내 업무에 AI를 적용할 구체적인 계획을 수립했다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 보안 가이드라인과 윤리적 고려사항을 이해한다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프롬프트 라이브러리를 구축하고 팀과 공유할 수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 시대에 필요한 핵심 역량을 인지하고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30일 AI 실무 적용 플랜을 수립했다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자주 묻는 질문 (FAQ)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AI가 내 일자리를 대체할까요?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'직업'이 아닌 '업무'를 대체합니다. AI를 잘 활용하는 사람이 그렇지 못한 사람을 대체하게 됩니다.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코딩을 몰라도 바이브 코딩이 가능한가요?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네! 바이브 코딩의 핵심은 자연어로 지시하는 것입니다. 이번 과정에서 직접 체험하셨듯이 누구나 가능합니다.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3017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어떤 AI 도구부터 시작해야 하나요?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Claude와 ChatGPT를 무료로 시작하세요. 코딩에 관심이 생기면 Cursor AI를 추가하세요.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AI가 만든 코드를 업무에 사용해도 되나요?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기본적으로 가능하지만, 보안/라이선스를 확인하고 사내 AI 정책을 준수하세요.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AI와 효과적으로 대화하는 전략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시작 전략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자기소개부터 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"나는 마케팅팀에서 SNS를 담당해"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목적을 명확히 밝히세요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"이번 달 인스타 콘텐츠 기획이 필요해"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제약 조건을 알려주세요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"예산은 100만원, 기간은 2주야"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기대 결과를 설명하세요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"표 형식으로 일정과 콘텐츠 아이디어를 정리"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이어가기 전략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"더 구체적으로 설명해줘"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AI가 피상적인 답변을 할 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"다른 관점에서 다시 분석해줘"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더 다양한 아이디어가 필요할 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"위 내용을 표로 정리해줘"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형식을 바꾸고 싶을 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중에서 가장 현실적인 것은?"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우선순위를 정하고 싶을 때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AI 서비스 계정 생성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가입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chat.openai.com → Sign up → Google 로그인 → 무료 플랜 시작 (GPT-4o mini 사용 가능)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0233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6460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6460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9240" y="1051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가입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4630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→ Sign up → Google/이메일 로그인 → 무료 플랜 (Artifacts 포함)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057400"/>
            <a:ext cx="40233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1671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148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가입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25603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 → Google 계정으로 자동 로그인 → 무료 사용 시작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057400"/>
            <a:ext cx="40233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864608" y="21671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64608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9240" y="2148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설치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5603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cursor.com → Download → 설치 → GitHub 또는 Google 로그인 → 무료 플랜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20040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3200400"/>
            <a:ext cx="54864" cy="155448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10128"/>
            <a:ext cx="256032" cy="25603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68680" y="32735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 생성 시 주의사항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30352" y="36118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이메일 사용 권장 (회사 이메일은 관리자 승인 필요한 경우 있음)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플랜으로 시작한 후, 충분히 체험 후 유료 플랜 검토하세요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비밀번호는 다른 서비스와 다르게 설정하세요 (보안)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가입하면 AI 사용 가이드/튜토리얼이 표시됩니다 — 꼭 읽어보세요!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실전: AI로 업무 보고서 작성하기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2103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 작성 프롬프트 예시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경영기획팀 대리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월간 업무 성과 보고서 작성 (대상: 팀장님)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정보를 바탕으로 월간 업무 보고서를 작성해줘: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이번 달 성과: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신규 클라이언트 3건 계약 완료 (A사, B사, C사)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매출 목표 대비 112% 달성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고객 만족도 조사 완료 (평균 4.3/5.0)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진행 중인 업무: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D사 제안서 작성 중 (3월 20일 마감)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내부 프로세스 개선 프로젝트 (60% 진행)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달 계획: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E사, F사 미팅 예정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상반기 실적 중간 점검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형식: 요약→성과→진행현황→계획 순서, 표 활용, 핵심 수치 볼드"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8412480" cy="4572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만든 보고서를 그대로 제출하지 마세요! 반드시 내용을 검토하고, 본인의 인사이트를 추가하세요.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75488" y="399592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5488" y="3995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97764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본인의 이번 주/이번 달 업무 성과를 메모한 후, AI에게 보고서 형식으로 정리를 요청해보세요.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실전: AI로 이메일 작성하기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작성 프롬프트 예시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상황에 맞는 비즈니스 이메일을 작성해줘: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상황: 프로젝트 마감일이 1주일 연기되어 클라이언트에게 알려야 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원인: 디자인 시안 수정 요청이 추가로 들어옴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대안: 중간 결과물을 먼저 공유하고, 최종본은 1주 후 전달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톤: 정중하지만 자신감 있게, 신뢰를 잃지 않도록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길이: 200자 내외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형식: 인사→상황설명→대안제시→마무리"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8412480" cy="4572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결과물을 받은 후 "톤을 좀 더 부드럽게 해줘" 또는 "핵심 내용을 볼드 처리해줘"로 미세 조정하세요.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75488" y="37216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5488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703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 프롬프트를 본인의 실제 업무 상황으로 바꿔서 이메일을 작성해보세요.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6118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864608" y="37216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64608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심화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49240" y="3703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상황을 ChatGPT와 Claude에 각각 요청하고 결과를 비교해보세요.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실전: AI로 데이터 정리하기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정리 프롬프트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형식의 데이터를 정리해줘: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[비정형 데이터 붙여넣기]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요청: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중복 데이터 제거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빈 칸 '미입력'으로 표시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날짜 형식 YYYY-MM-DD로 통일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금액에 천단위 콤마 추가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5) 결과를 표 형식으로 출력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6) 추가로 발견된 이상값도 알려줘"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84124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54864" cy="17373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08152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30449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데이터 정리 활용 팁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0352" y="3383280"/>
            <a:ext cx="8092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파일을 직접 업로드하면 AI가 자동으로 구조를 파악합니다 (ChatGPT, Claude 모두 지원)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데이터에서 이상치(outlier)를 찾아줘" — AI가 통계적 이상값을 감지합니다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데이터를 피벗 테이블 형태로 변환해줘" — 복잡한 데이터 재구조화도 가능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CSV 데이터를 읽고 월별 매출 합계를 계산해줘" — 계산까지 한 번에 요청 가능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작성 시 주의사항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피해야 할 실수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너무 모호한 질문 ("뭐 좋은 거 없어?")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너무 많은 것을 요청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부정형 지시 ("~하지 마" 보다 "~해줘")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 없이 이어지는 대화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결과물 형식을 지정하지 않는 것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효과적인 전략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명확하고 구체적인 지시어 사용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작업은 단계별로 분리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출력 형식을 미리 지정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결과가 부족하면 추가 질문으로 보완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결과가 나오면 프롬프트 저장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8412480" cy="4572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7180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548640" y="29718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프롬프트도 AI마다 다른 결과가 나옵니다. 중요한 업무는 2~3개 AI에서 비교해보세요.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65760" y="361188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365760" y="3611880"/>
            <a:ext cx="54864" cy="10972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721608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68680" y="36850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마법의 후속 프롬프트 5선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30352" y="4023360"/>
            <a:ext cx="8092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"더 구체적으로 설명해줘" / "예시를 3개 더 추가해줘" / "표 형식으로 정리해줘"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중에서 가장 현실적인 것은?" / "경쟁사 관점에서 다시 분석해줘"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SNS/마케팅 콘텐츠 프롬프트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인스타그램 콘텐츠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3657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소셜미디어 마케팅 전문가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카페 브랜드의 인스타그램 운영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조건으로 인스타 캐러셀 기획안을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만들어줘: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주제: '집에서 카페 라떼 만들기'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장수: 8장 캐러셀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각 슬라이드에 들어갈 내용 정리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해시태그 20개 추천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업로드 최적 시간대 추천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CTA(Call to Action) 문구 3가지"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블로그 포스트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657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SEO 전문 콘텐츠 마케터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B2B SaaS 회사 블로그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조건으로 블로그 포스트를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작성해줘: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주제: 'AI 자동화로 업무 효율 높이기'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길이: 2000자 내외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SEO 키워드: AI 업무 자동화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구조: 서론-본론(3섹션)-결론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톤: 전문적이지만 친근하게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소제목에 키워드 자연스럽게 포함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CTA: 무료 체험 유도"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AI로 회의록 정리하기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22860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회의록 정리 프롬프트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전문 비서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아래는 오늘 팀 회의에서 논의된 내용의 메모입니다.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"다음 회의 메모를 정리된 회의록으로 작성해줘: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[여기에 회의 메모 붙여넣기]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형식: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회의 기본 정보 (일시, 참석자, 주제)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주요 논의 사항 (항목별 정리)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결정 사항 (확정된 내용만)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Action Items (담당자 + 마감일 + 구체적 할 일)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5) 다음 회의 안건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Items는 반드시 표 형식으로 정리해줘 (담당자 | 할 일 | 마감일 | 상태)"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8412480" cy="4572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 중 간단히 메모만 하고, 회의 후 AI에게 정리를 맡기면 80%의 시간을 절약할 수 있습니다.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75488" y="417880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5488" y="4178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416052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교육 내용 중 기억나는 것을 메모한 후, AI에게 "이 메모를 깔끔한 학습 노트로 정리해줘"라고 요청해보세요.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실제 프롬프트 실수 사례 &amp; 개선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Before: </a:t>
            </a: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좋은 마케팅 전략 알려줘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After:    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B2B SaaS 스타트업의 2025년 Q2 디지털 마케팅 전략을 수립해줘. 예산 500만원, 주 타겟은 중소기업 IT 담당자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4048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Before: </a:t>
            </a: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 짜줘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After:    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사용자가 이름과 이메일을 입력하면 환영 메시지를 표시하는 HTML 폼을 만들어줘. 입력값 검증 포함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8412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37764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Before: </a:t>
            </a: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요약해줘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After:    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문서를 경영진 보고용으로 3문단, 500자 이내로 요약해줘. 핵심 수치는 볼드 처리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네거티브 프롬프트 활용법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"~하지 마" 지시 활용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"전문 용어를 사용하지 마"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쉬운 설명이 필요할 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"인사말과 서론 없이 바로 본론부터"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핵심만 필요할 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"목록/불릿 형식 대신 문장형으로"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자연스러운 글이 필요할 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"일반적인 조언 말고 구체적 예시만"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실행 가능한 내용이 필요할 때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제한 프롬프트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제한: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"월 100만원 이하로 실행 가능한 방안만"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제한: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"1주일 내 적용 가능한 방법만"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인력 제한: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"1인이 혼자 진행할 수 있는 규모로"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제한: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"코딩 없이 노코드 도구만 활용하여"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A/B 테스트 방법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주제, 다른 프롬프트 2~3개 준비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목적의 프롬프트를 다른 방식으로 작성합니다. (예: 역할 다르게, 구조 다르게)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" y="19842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5488" y="1984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19659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AI에 각각 입력하여 결과 비교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3774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프롬프트의 결과물을 구체성, 정확성, 유용성 기준으로 평가합니다.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8986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898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8803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 프롬프트 선정 &amp; 라이브러리에 저장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2918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좋은 결과를 내는 프롬프트를 프롬프트 라이브러리에 등록합니다.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5488" y="38130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5488" y="3813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37947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지속적으로 개선 반복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42062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상황이 바뀌면 프롬프트도 업데이트하여 최적 상태를 유지합니다.</a:t>
            </a:r>
            <a:endParaRPr lang="en-US" sz="9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업종별 실전 프롬프트 모음 (1)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마케팅/영업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"우리 제품 [X]의 타겟 페르소나 3가지를 정의하고, 각 페르소나별 맞춤 광고 카피를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"인스타그램 릴스 콘텐츠 기획안 10개를 제안해줘. 업종: [X], 타겟: 2030 여성"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"고객 이탈 방지를 위한 리텐션 이메일 시리즈(5통)를 작성해줘"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"경쟁사 [A], [B], [C]를 비교 분석하는 표를 만들어줘. 기준: 가격, 기능, 시장점유율"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인사/교육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"신입 직원 온보딩 가이드를 작성해줘. 첫 주 일정, 필수 교육 목록, 멘토 체크리스트 포함"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"직원 역량 평가 설문지를 만들어줘. 리더십, 커뮤니케이션, 전문성, 팀워크 영역별 5문항"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"팀빌딩 워크숍 기획안을 작성해줘. 인원: 15명, 시간: 3시간, 예산: 30만원"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"채용 공고를 작성해줘. 포지션: [X], 필수 자격, 우대 사항, 회사 소개 포함"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업종별 실전 프롬프트 모음 (2)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기획/전략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"시장 진입 전략을 수립해줘. 제품: [X], 타겟 시장: [Y], PEST 분석 포함"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"OKR(목표와 핵심 결과)을 작성해줘. 부서: 마케팅, 분기: 2025 Q2"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"린 캔버스를 작성해줘. 사업 아이디어: [X], 각 항목에 구체적 내용 포함"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"이해관계자 분석 매트릭스를 만들어줘. 프로젝트: [X]"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IT/개발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"시스템 요구사항 명세서(SRS)를 작성해줘. 프로젝트: 사내 게시판"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"API 명세서를 작성해줘. 기능: 사용자 로그인, 회원가입, 프로필 조회"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 면접 질문 20개를 만들어줘. 포지션: 프론트엔드 개발자 (주니어)"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오류 로그를 분석하고 원인과 해결방안을 제시해줘: [로그 내용]"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코딩으로 만들 수 있는 것들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앱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 일 관리 도구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계산기/변환기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설문조사 폼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퀴즈 앱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54680" y="96012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154680" y="960120"/>
            <a:ext cx="54864" cy="18288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1033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도구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19272" y="137160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뷰어/편집기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 생성기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시각화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생성기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분석 도구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43600" y="96012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5943600" y="960120"/>
            <a:ext cx="54864" cy="18288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106984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46520" y="1033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도구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08192" y="137160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템플릿 생성기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 타이머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트래커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위키 페이지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관리(CRM) 미니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365760" y="2971800"/>
            <a:ext cx="54864" cy="1737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08152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8680" y="3044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&amp; 인터랙티브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30352" y="338328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매칭 게임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타이핑 연습 게임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퀴즈 배틀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맞추기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인터랙티브 교육 자료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75488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4754880" y="2971800"/>
            <a:ext cx="54864" cy="1737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3081528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57800" y="3044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&amp; 콘텐츠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919472" y="338328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명함 디자이너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인포그래픽 생성기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 팔레트 도구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QR코드 생성기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마크다운 에디터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AI에게 요청할 때 알면 좋은 기술 용어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40233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용어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의미 (AI에게 이 용어로 요청하세요!)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반응형 디자인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화면 크기에 따라 자동으로 레이아웃이 변하는 디자인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카드 UI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콘텐츠를 카드 형태의 박스로 구분하는 인터페이스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모달 팝업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화면 위에 떠오르는 작은 창 (알림, 상세 정보 등)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호버 효과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마우스를 올렸을 때 나타나는 시각적 변화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드래그 앤 드롭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요소를 마우스로 잡고 옮기는 인터랙션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프로그레스 바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진행 상황을 시각적으로 표시하는 막대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토글 버튼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켜기/끄기를 전환하는 스위치 형태의 버튼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다크 모드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어두운 배경에 밝은 텍스트를 사용하는 테마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Chart.js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웹에서 차트를 만드는 인기 라이브러리 (AI에게 지정하면 편리)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6D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localStorage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브라우저에 데이터를 저장하는 기능 (새로고침해도 유지)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데이터 시각화 웹 앱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데이터 → 자동 차트 생성기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또는 ChatGPT에 다음 입력: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"CSV 파일을 업로드하면 자동으로 차트를 생성하는 웹 앱을 만들어줘.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기능: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CSV 파일 업로드 (드래그 앤 드롭 지원)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데이터 미리보기 (표 형식, 최대 10행)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차트 유형 선택 (막대, 꺾은선, 파이, 산점도)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X축/Y축 컬럼 선택 드롭다운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5) 차트 색상 테마 선택 (3가지)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6) 차트 이미지 다운로드 버튼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기술 스택: HTML, CSS, JavaScript, Chart.js, Papa Parse(CSV 파싱)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디자인: 깔끔한 카드 UI, 파란색 테마, 그림자 효과"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단계적 수정: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"데이터 통계 요약도 표시해줘 (평균, 최대, 최소, 합계)"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"차트 위에 데이터 라벨도 표시해줘"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"다크 모드 토글을 추가해줘"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"여러 개의 CSV를 동시에 비교하는 기능을 추가해줘"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AI로 간단한 게임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맞추기 게임 → 점진적 확장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기본 게임 만들기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"1~100 사이의 랜덤 숫자를 맞추는 게임을 HTML로 만들어줘.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사용자가 숫자를 입력하면 '높다/낮다' 힌트를 주고,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정답을 맞추면 시도 횟수를 표시해줘."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디자인 개선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"깔끔한 카드 UI로 꾸며줘. 파란색 테마, 그림자 효과."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기능 추가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"난이도 선택 기능을 추가해줘 (쉬움: 1~50, 보통: 1~100, 어려움: 1~500)"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타이머 추가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"30초 타이머를 추가하고, 시간 내 맞추면 보너스 점수를 줘."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5: 기록 저장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"최고 기록(최소 시도 횟수)을 localStorage에 저장하고 표시해줘."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6: 효과 추가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"정답 시 confetti 애니메이션을 추가해줘."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이런 식으로 6단계에 걸쳐 게임을 점진적으로 발전시키는 과정을 체험합니다!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반응형 &amp; 디자인 개선 프롬프트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반응형 디자인 요청법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요청: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"모바일에서도 잘 보이도록 반응형으로 만들어줘"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요청: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"768px 이하에서는 1열 레이아웃으로 변경"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"모바일에서 네비게이션을 햄버거 메뉴로"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"터치 영역을 44px 이상으로 설정"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요청: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"브라우저 개발자 도구에서 모바일 뷰 확인 방법 알려줘"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개선 프롬프트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"색상 팔레트를 파란색/민트 계열로 통일"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타이포그래피: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"제목은 24px 볼드, 본문은 14px"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여백/간격: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"카드 간 간격 16px, 내부 패딩 20px"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애니메이션: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"스크롤 시 fade-in 효과 추가"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"버튼 호버 시 색상 변화와 그림자"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"로딩 시 스켈레톤 UI 표시"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발표 준비 워크시트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내일 발표를 위한 준비 사항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프로젝트명: _______________________________________________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해결하려는 문제: ___________________________________________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핵심 기능 3가지: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①  ___________________  ②  ___________________  ③  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사용한 AI 도구: ____________________________________________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가장 효과적이었던 프롬프트: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_____________________________________________________________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개발 과정에서 어려웠던 점: 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실제 업무 적용 계획: ________________________________________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예상 시간 절감 효과: Before ______분 → After ______분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Cursor AI 실습 상세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AI로 웹사이트 만들기 Step-by-Step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cursor.com에서 다운로드 &amp; 설치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새 폴더 생성 → Cursor에서 열기 (File → Open Folder)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Ctrl+I (Composer 모드) 열기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다음 프롬프트 입력: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"개인 포트폴리오 웹사이트를 만들어줘.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메인 페이지: 이름, 직함, 자기소개, 프로필 사진 영역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스킬 섹션: 보유 기술을 카드 형태로 표시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프로젝트 섹션: 3개 프로젝트를 그리드로 배치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연락처 섹션: 이메일, LinkedIn, GitHub 링크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다크/라이트 모드 토글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반응형 디자인 (모바일 대응)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파일: index.html, styles.css, script.js"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5: 'Accept All'로 생성된 파일 확인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6: index.html 우클릭 → Open with Live Server (또는 브라우저 열기)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7: 수정 요청: "스킬 섹션에 애니메이션 효과를 추가해줘"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8: 추가: "프로젝트 카드에 호버 시 확대 효과를 넣어줘"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Artifacts 실습: 인터랙티브 도구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1: 계산기 앱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"깔끔한 계산기를 HTML로 만들어줘."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"기능: 사칙연산, %, 소수점"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"디자인: iPhone 계산기 스타일"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1: "과학 계산기 모드 추가"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2: "계산 히스토리 표시"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3: "키보드 입력도 지원해줘"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2: 퀴즈 앱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관련 퀴즈 앱을 만들어줘."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"10문제, 4지선다, 정답 해설 표시"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"마지막에 점수와 등급 표시"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1: "타이머 추가 (문제당 30초)"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2: "오답 노트 기능 추가"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3: "카테고리별 문제 선택 가능하게"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 프로젝트 아이디어 (고급)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411480" cy="411480"/>
          </a:xfrm>
          <a:prstGeom prst="ellipse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Q&amp;A 챗봇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묻는 질문 데이터 기반 사내 도우미. FAQ 검색 + 자동 응답 기능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364992" y="11704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344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1363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영수증 OCR 정리기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3756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영수증 사진 업로드 → 금액/날짜/항목 자동 추출 → 엑셀 다운로드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10058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199632" y="1170432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3444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272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관리 보드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72200" y="171907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칸반 보드 스타일. 드래그&amp;드롭, 담당자 배정, 마감일 알림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530352" y="313639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7899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이력서 생성기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0292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입력 → 깔끔한 이력서 PDF 자동 생성. 다양한 템플릿 선택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0040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3364992" y="313639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00400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1363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투표 시스템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33756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 주제 생성, QR코드 공유, 실시간 결과 차트 표시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035040" y="297180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6199632" y="3136392"/>
            <a:ext cx="411480" cy="4114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00400"/>
            <a:ext cx="283464" cy="2834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48272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마크다운 에디터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172200" y="3685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마크다운 입력 → 실시간 미리보기 + HTML/PDF 내보내기</a:t>
            </a:r>
            <a:endParaRPr lang="en-US" sz="9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실습: 개인 프로필 웹사이트 만들기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Claude에 입력할 프롬프트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8046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"개인 프로필 웹사이트를 만들어줘.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상단 영역: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이름: [본인 이름], 직함: [직함]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한 줄 소개 문구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프로필 이미지 영역 (원형)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스킬 섹션: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보유 기술 5개를 프로그레스 바로 표시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예: 엑셀(90%), PPT(85%), AI 활용(80%), 데이터 분석(75%), 기획(85%)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경력/프로젝트 섹션: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타임라인 형태로 주요 경력 3~5개 표시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연락처: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이메일, 전화번호, LinkedIn 링크 아이콘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디자인: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파란색/네이비 테마, 깔끔한 카드 UI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스크롤 시 부드러운 애니메이션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반응형 (모바일 대응)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다크 모드 토글 버튼"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결과 확인 후: "스킬 프로그레스 바에 애니메이션 효과를 추가해줘"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추가: "상단에 네비게이션 바를 추가하고, 클릭 시 부드럽게 스크롤해줘"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AI에게 코드 리뷰 요청하기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리뷰 프롬프트 패턴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리뷰: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코드를 리뷰해줘. 문제점과 개선점을 알려줘"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리뷰: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코드의 보안 취약점을 점검해줘"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리뷰: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코드의 성능을 개선할 방법을 알려줘"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가독성 리뷰: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코드를 더 읽기 쉽게 리팩토링해줘"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요청: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코드의 테스트 케이스를 작성해줘"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설명 요청 패턴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설명: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코드가 무엇을 하는지 설명해줘"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라인별 설명: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코드를 한 줄씩 주석을 달아 설명해줘"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초보자용 설명: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"프로그래밍을 모르는 사람에게 이 코드를 설명해줘"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요청: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Python 코드를 JavaScript로 변환해줘"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문서화 요청: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코드의 API 문서를 작성해줘"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발표 잘하는 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구조 (8분)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(1분):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해결하려는 문제를 한 문장으로 소개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"매일 2시간 걸리던 X를 AI로 해결!"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(3분):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핵심 기능 중심으로 라이브 시연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실제 데이터로 보여주면 더 효과적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과정 (2분):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사용한 프롬프트와 어려웠던 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AI와의 대화 과정 공유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계획 (2분):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실제 업무에 어떻게 적용할지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팁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문제 → 해결 스토리라인으로 구성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청중이 공감할 수 있는 문제부터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라이브 시연은 핵심 기능만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모든 기능을 보여주려 하지 마세요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실패 경험도 공유하세요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"처음에 이렇게 했더니 안 됐고..."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숫자로 효과를 보여주세요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"2시간 → 10분으로 단축"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다음 단계를 제시하세요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"이걸 발전시키면 팀 전체가 활용 가능"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효과적인 피드백 주고받기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피드백을 줄 때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구체적으로: "이 기능이 좋았다" 대신 "데이터 필터 기능이 실무에 바로 적용 가능해 보인다"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건설적으로: "모바일에서도 사용할 수 있으면 더 활용도가 높을 것 같다"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질문형으로: "이 기능을 다른 부서에도 확장할 수 있을까?"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피드백을 받을 때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감사하게: 모든 피드백은 발전의 기회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기록하기: 피드백 내용을 메모하고 반영 계획 수립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질문하기: "구체적으로 어떤 부분을 개선하면 좋을까요?"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84124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71800"/>
            <a:ext cx="54864" cy="1737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8152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30449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AI에게 피드백 받기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" y="3383280"/>
            <a:ext cx="8092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프로젝트를 사용자 관점에서 평가해줘. 장점 3가지, 개선점 3가지를 알려줘"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웹앱의 UI/UX를 전문 디자이너 관점에서 리뷰해줘"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프로그램에 추가하면 좋을 기능 5가지를 우선순위 순으로 제안해줘"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프로젝트의 보안 취약점이 있다면 알려줘"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업무별 AI 활용 효과 매트릭스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6583680" cy="345643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업무 유형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도구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시간 절감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난이도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추천도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이메일 작성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ChatGPT/Claude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분석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ChatGPT/Claude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보고서 작성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프레젠테이션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Copilot/Claude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웹 도구 제작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Claude/Cursor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회의록 정리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ChatGPT/Claude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고객 응대 스크립트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시장 조사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Gemini/Perplexity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65760" y="452628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48640" y="4526280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절감 효과가 가장 큰 업무부터 AI를 적용하세요. 작은 성공 경험이 AI 활용의 원동력입니다.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팀 단위 AI 활용 전략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0698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069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챔피언 선정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팀에서 AI 활용에 가장 적극적인 멤버를 AI 챔피언으로 선정. 팀 내 AI 활용 확산의 핵심 역할.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" y="19842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5488" y="1984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19659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AI 활용 공유회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3774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매주 15분, 팀원들이 AI 활용 경험을 공유. 효과적인 프롬프트, 유용한 도구, 실패 사례 등을 나눕니다.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5488" y="28986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2898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28803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프롬프트 라이브러리 구축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2918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공용 프롬프트를 노션/구글 독스에 정리. 누구나 즉시 활용할 수 있는 프롬프트 모음 구축.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5488" y="38130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5488" y="3813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379476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 KPI 설정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4206240"/>
            <a:ext cx="80924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월간 AI 활용 건수, 시간 절감 효과, 업무 품질 개선 정도를 측정하여 성과를 가시화합니다.</a:t>
            </a:r>
            <a:endParaRPr lang="en-US" sz="9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활용 실제 성과 사례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1188720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1033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SNS 콘텐츠 기획 (주 5시간)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AI 활용 (주 1시간)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0" y="1143000"/>
            <a:ext cx="128016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0" y="1143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 절감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188720" cy="86868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65760" y="196596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2039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제안서 작성 (건당 3시간)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AI 초안 + 수정 (건당 45분)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0" y="2148840"/>
            <a:ext cx="1280160" cy="45720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15200" y="2148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 절감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1188720" cy="8686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65760" y="297180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3044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채용 공고 작성 (건당 2시간)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3736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AI 작성 + 검토 (건당 20분)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0" y="3154680"/>
            <a:ext cx="1280160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315200" y="3154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83% 절감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65760" y="3977640"/>
            <a:ext cx="1188720" cy="86868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65760" y="397764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37360" y="4050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시장 조사 보고서 (1주일)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AI 분석 + 보완 (2일)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4160520"/>
            <a:ext cx="1280160" cy="457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315200" y="4160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 절감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실무 적용 체크리스트 (귀사 맞춤)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도입 자가 진단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8092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우리 팀에서 반복적으로 수행하는 업무 3가지를 파악했다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각 업무에 적합한 AI 도구를 매칭했다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팀원 전원이 최소 1개 이상의 AI 도구에 계정을 생성했다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 사용 보안 가이드라인을 팀에 공유했다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프롬프트 라이브러리 초안을 만들었다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AI 챔피언을 선정했다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주간 AI 활용 공유회 일정을 잡았다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1개월 후 측정할 성과 지표(KPI)를 정했다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바이브 코딩으로 만들 도구 아이디어가 있다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경영진에게 보고할 AI 활용 계획서를 작성했다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활용 성공을 위한 마인드셋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3794760"/>
          </a:xfrm>
          <a:prstGeom prst="rect">
            <a:avLst/>
          </a:prstGeom>
          <a:solidFill>
            <a:srgbClr val="006D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성장형 마인드셋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"AI를 배우는 것은 어렵다" 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"AI를 매일 조금씩 써보면 늘는다" 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"완벽한 프롬프트를 써야 한다" 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"프롬프트는 반복으로 개선된다" 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"AI가 내 일을 빼앗을 것이다" 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"AI를 잘 쓰는 사람이 더 경쟁력 있다" 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"코딩을 몰라서 바이브 코딩은 무리" 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"자연어로 충분히 프로그램을 만들 수 있다" ✅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37947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실천 원칙 5가지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매일 1회 AI를 사용하세요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작은 것부터 시작 (이메일, 요약)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실패를 두려워하지 마세요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AI 결과가 별로여도 다시 요청하면 됩니다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다양한 도구를 시도하세요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한 가지만 고집하지 마세요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팀과 공유하세요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함께 성장하면 효과가 배가됩니다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트렌드를 팔로우하세요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AI 분야는 빠르게 변합니다</a:t>
            </a:r>
            <a:endParaRPr lang="en-US" sz="1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교육 피드백 &amp; 개선 사항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피드백 항목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전체 교육 만족도:  ①매우불만  ②불만  ③보통  ④만족  ⑤매우만족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가장 유용했던 내용: __________________________________________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추가로 배우고 싶은 내용: _____________________________________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교육 후 바로 적용할 내용: ____________________________________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강의 난이도:  ①매우쉬움  ②쉬움  ③적정  ④어려움  ⑤매우어려움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실습 시간 충분도:  ①부족  ②보통  ③충분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동료에게 추천 의향:  ①전혀없음  ②별로  ③보통  ④있음  ⑤매우있음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기타 의견: ___________________________________________________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수료 후 지속 학습 가이드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698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실천 (5분)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아침 업무 시작 전 AI에게 오늘 일정 정리 요청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1개를 AI로 작성해 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모르는 용어/개념 AI에게 질문하기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점심 메뉴 추천도 AI에게 맡겨보기 :)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54880" y="960120"/>
            <a:ext cx="54864" cy="18288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984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실천 (30분)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19472" y="137160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프롬프트 1개 만들어 라이브러리에 추가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AI 도구 1개 새롭게 체험해보기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코딩으로 간단한 도구 만들어보기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관련 뉴스/아티클 1개 읽기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65760" y="2971800"/>
            <a:ext cx="54864" cy="1737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8152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3044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매월 실천 (2시간)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30352" y="338328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라이브러리 정리 &amp; 업데이트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성과 측정 &amp; 보고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AI 활용 워크숍 개최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AI 도구/기능 리서치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297180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4754880" y="2971800"/>
            <a:ext cx="54864" cy="17373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08152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57800" y="3044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분기별 실천 (반나절)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919472" y="338328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활용 전략 재수립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바이브 코딩 프로젝트 기획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 부서와 AI 활용 사례 교류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교육 최신 트렌드 확인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수고하셨습니다!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 함께 더 스마트하게 일하는 여정이 시작됩니다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"코딩을 모르는 당신도 이제 개발자입니다" — 바이브 코딩 시대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바이브 코딩 실전 과정  |  디지털노마드연구소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11109</Words>
  <Application>Microsoft Office PowerPoint</Application>
  <PresentationFormat>화면 슬라이드 쇼(16:9)</PresentationFormat>
  <Paragraphs>1934</Paragraphs>
  <Slides>100</Slides>
  <Notes>100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100</vt:i4>
      </vt:variant>
    </vt:vector>
  </HeadingPairs>
  <TitlesOfParts>
    <vt:vector size="105" baseType="lpstr"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바이브 코딩 실전 과정</dc:title>
  <dc:subject>PptxGenJS Presentation</dc:subject>
  <dc:creator>디지털노마드연구소</dc:creator>
  <cp:lastModifiedBy>디지털노마드연구소</cp:lastModifiedBy>
  <cp:revision>2</cp:revision>
  <dcterms:created xsi:type="dcterms:W3CDTF">2026-03-15T06:56:58Z</dcterms:created>
  <dcterms:modified xsi:type="dcterms:W3CDTF">2026-03-15T07:30:41Z</dcterms:modified>
</cp:coreProperties>
</file>