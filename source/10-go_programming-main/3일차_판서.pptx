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67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6940" autoAdjust="0"/>
  </p:normalViewPr>
  <p:slideViewPr>
    <p:cSldViewPr snapToGrid="0">
      <p:cViewPr varScale="1">
        <p:scale>
          <a:sx n="66" d="100"/>
          <a:sy n="66" d="100"/>
        </p:scale>
        <p:origin x="6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E4ABD7-4F40-6944-CE43-6E168B3415A6}"/>
              </a:ext>
            </a:extLst>
          </p:cNvPr>
          <p:cNvSpPr txBox="1"/>
          <p:nvPr/>
        </p:nvSpPr>
        <p:spPr>
          <a:xfrm>
            <a:off x="1371600" y="352926"/>
            <a:ext cx="34131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ko-KR" sz="2400">
                <a:latin typeface="Consolas" panose="020B0609020204030204" pitchFamily="49" charset="0"/>
              </a:rPr>
              <a:t>ello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      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w</a:t>
            </a:r>
            <a:r>
              <a:rPr lang="en-US" altLang="ko-KR" sz="2400">
                <a:latin typeface="Consolas" panose="020B0609020204030204" pitchFamily="49" charset="0"/>
              </a:rPr>
              <a:t>orld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ko-KR" sz="2400">
                <a:latin typeface="Consolas" panose="020B0609020204030204" pitchFamily="49" charset="0"/>
              </a:rPr>
              <a:t>ow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ko-KR" sz="2400">
                <a:latin typeface="Consolas" panose="020B0609020204030204" pitchFamily="49" charset="0"/>
              </a:rPr>
              <a:t>re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en-US" altLang="ko-KR" sz="2400">
                <a:latin typeface="Consolas" panose="020B0609020204030204" pitchFamily="49" charset="0"/>
              </a:rPr>
              <a:t>ou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3FA72-247F-BDC8-50D3-B810BE094423}"/>
              </a:ext>
            </a:extLst>
          </p:cNvPr>
          <p:cNvSpPr txBox="1"/>
          <p:nvPr/>
        </p:nvSpPr>
        <p:spPr>
          <a:xfrm>
            <a:off x="5855368" y="352926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flag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D281F7-7FCC-9EB6-92A5-6FACA0EC6A89}"/>
              </a:ext>
            </a:extLst>
          </p:cNvPr>
          <p:cNvSpPr/>
          <p:nvPr/>
        </p:nvSpPr>
        <p:spPr>
          <a:xfrm>
            <a:off x="5855368" y="876146"/>
            <a:ext cx="1106905" cy="47324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17031-93D2-C051-E7A1-9ADEB38BC835}"/>
              </a:ext>
            </a:extLst>
          </p:cNvPr>
          <p:cNvSpPr txBox="1"/>
          <p:nvPr/>
        </p:nvSpPr>
        <p:spPr>
          <a:xfrm>
            <a:off x="6505074" y="1949116"/>
            <a:ext cx="474360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if ( ch==' ' || ch='\n' || ch='\t' 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flag = 0;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if( flag == 0 )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word_count++;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flag = 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/>
          <p:nvPr/>
        </p:nvCxnSpPr>
        <p:spPr>
          <a:xfrm flipV="1">
            <a:off x="3296652" y="1307432"/>
            <a:ext cx="1604211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604211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5624" y="2173704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6377E3-560F-0C73-FBC6-5D9BF0E57E58}"/>
              </a:ext>
            </a:extLst>
          </p:cNvPr>
          <p:cNvSpPr/>
          <p:nvPr/>
        </p:nvSpPr>
        <p:spPr>
          <a:xfrm>
            <a:off x="8959517" y="737937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FEA4DD-F43D-1B68-EAEB-F7FA9DA667AE}"/>
              </a:ext>
            </a:extLst>
          </p:cNvPr>
          <p:cNvSpPr/>
          <p:nvPr/>
        </p:nvSpPr>
        <p:spPr>
          <a:xfrm>
            <a:off x="8959516" y="1419726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8C5B-F608-586D-DC0B-CF6F40DB8AF6}"/>
              </a:ext>
            </a:extLst>
          </p:cNvPr>
          <p:cNvSpPr txBox="1"/>
          <p:nvPr/>
        </p:nvSpPr>
        <p:spPr>
          <a:xfrm>
            <a:off x="10692063" y="12757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BBDD9-BB99-C316-C090-DAC1B7641489}"/>
              </a:ext>
            </a:extLst>
          </p:cNvPr>
          <p:cNvSpPr txBox="1"/>
          <p:nvPr/>
        </p:nvSpPr>
        <p:spPr>
          <a:xfrm>
            <a:off x="9248274" y="3447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4667736-6ADC-0265-E612-44344858E8C4}"/>
              </a:ext>
            </a:extLst>
          </p:cNvPr>
          <p:cNvCxnSpPr>
            <a:cxnSpLocks/>
          </p:cNvCxnSpPr>
          <p:nvPr/>
        </p:nvCxnSpPr>
        <p:spPr>
          <a:xfrm>
            <a:off x="7743212" y="1307432"/>
            <a:ext cx="1216304" cy="112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5D60784-40D2-6850-8E44-B5F67E5D67A1}"/>
              </a:ext>
            </a:extLst>
          </p:cNvPr>
          <p:cNvCxnSpPr>
            <a:cxnSpLocks/>
          </p:cNvCxnSpPr>
          <p:nvPr/>
        </p:nvCxnSpPr>
        <p:spPr>
          <a:xfrm flipV="1">
            <a:off x="7743212" y="2125578"/>
            <a:ext cx="1216304" cy="659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5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A915B6-9CD8-69E3-115A-33A308CD6FCD}"/>
              </a:ext>
            </a:extLst>
          </p:cNvPr>
          <p:cNvSpPr/>
          <p:nvPr/>
        </p:nvSpPr>
        <p:spPr>
          <a:xfrm>
            <a:off x="2164179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a.out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5886B91-0E53-56BA-67E0-80B6D6E2643A}"/>
              </a:ext>
            </a:extLst>
          </p:cNvPr>
          <p:cNvSpPr/>
          <p:nvPr/>
        </p:nvSpPr>
        <p:spPr>
          <a:xfrm>
            <a:off x="3187364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ls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6249FCA-73FE-28C1-02EB-D1CE18314D91}"/>
              </a:ext>
            </a:extLst>
          </p:cNvPr>
          <p:cNvSpPr/>
          <p:nvPr/>
        </p:nvSpPr>
        <p:spPr>
          <a:xfrm>
            <a:off x="4363454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calc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990DD0B-E86D-19A5-5BC8-317CCF61F1BD}"/>
              </a:ext>
            </a:extLst>
          </p:cNvPr>
          <p:cNvCxnSpPr/>
          <p:nvPr/>
        </p:nvCxnSpPr>
        <p:spPr>
          <a:xfrm>
            <a:off x="1764632" y="3429000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923288F-9122-6AF1-6348-4D4AC2C41AE8}"/>
              </a:ext>
            </a:extLst>
          </p:cNvPr>
          <p:cNvCxnSpPr/>
          <p:nvPr/>
        </p:nvCxnSpPr>
        <p:spPr>
          <a:xfrm>
            <a:off x="1772653" y="4199021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F11A2B-E925-39BD-61E2-D7C36E80FD0B}"/>
              </a:ext>
            </a:extLst>
          </p:cNvPr>
          <p:cNvSpPr/>
          <p:nvPr/>
        </p:nvSpPr>
        <p:spPr>
          <a:xfrm>
            <a:off x="5987716" y="1163050"/>
            <a:ext cx="1058779" cy="8823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C60BE52-FD90-9CEF-6DB1-5659B27A9F8D}"/>
              </a:ext>
            </a:extLst>
          </p:cNvPr>
          <p:cNvCxnSpPr/>
          <p:nvPr/>
        </p:nvCxnSpPr>
        <p:spPr>
          <a:xfrm>
            <a:off x="5775159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6A26655-A091-D5BE-F48D-763A532E5776}"/>
              </a:ext>
            </a:extLst>
          </p:cNvPr>
          <p:cNvCxnSpPr/>
          <p:nvPr/>
        </p:nvCxnSpPr>
        <p:spPr>
          <a:xfrm>
            <a:off x="5775159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2C7CAE5-BA38-456C-CCE3-195AE1C6829A}"/>
              </a:ext>
            </a:extLst>
          </p:cNvPr>
          <p:cNvCxnSpPr/>
          <p:nvPr/>
        </p:nvCxnSpPr>
        <p:spPr>
          <a:xfrm>
            <a:off x="5775159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D892AF5-83A6-99D4-0A21-A2D0851BBB18}"/>
              </a:ext>
            </a:extLst>
          </p:cNvPr>
          <p:cNvCxnSpPr/>
          <p:nvPr/>
        </p:nvCxnSpPr>
        <p:spPr>
          <a:xfrm>
            <a:off x="5775159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9EFF068-2950-BA42-8771-F67272B2207A}"/>
              </a:ext>
            </a:extLst>
          </p:cNvPr>
          <p:cNvCxnSpPr/>
          <p:nvPr/>
        </p:nvCxnSpPr>
        <p:spPr>
          <a:xfrm>
            <a:off x="5775159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6026C47-7DC6-3CA6-3DE5-7AAB68985A65}"/>
              </a:ext>
            </a:extLst>
          </p:cNvPr>
          <p:cNvCxnSpPr/>
          <p:nvPr/>
        </p:nvCxnSpPr>
        <p:spPr>
          <a:xfrm>
            <a:off x="5775159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91C28FC-301E-1133-1EC9-B66A8619F644}"/>
              </a:ext>
            </a:extLst>
          </p:cNvPr>
          <p:cNvCxnSpPr/>
          <p:nvPr/>
        </p:nvCxnSpPr>
        <p:spPr>
          <a:xfrm>
            <a:off x="5775159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5E1CD3D-E815-3126-5136-75BEF13925EB}"/>
              </a:ext>
            </a:extLst>
          </p:cNvPr>
          <p:cNvCxnSpPr/>
          <p:nvPr/>
        </p:nvCxnSpPr>
        <p:spPr>
          <a:xfrm>
            <a:off x="5775159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B7E9CA4-CD04-3161-FBD0-868E2C00653A}"/>
              </a:ext>
            </a:extLst>
          </p:cNvPr>
          <p:cNvCxnSpPr/>
          <p:nvPr/>
        </p:nvCxnSpPr>
        <p:spPr>
          <a:xfrm>
            <a:off x="5775159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3CBF21D-ADA8-6667-FE28-0602B522D5BC}"/>
              </a:ext>
            </a:extLst>
          </p:cNvPr>
          <p:cNvCxnSpPr/>
          <p:nvPr/>
        </p:nvCxnSpPr>
        <p:spPr>
          <a:xfrm>
            <a:off x="5775159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6D0DD0-9041-1466-923F-FC13D44EC8B1}"/>
              </a:ext>
            </a:extLst>
          </p:cNvPr>
          <p:cNvCxnSpPr/>
          <p:nvPr/>
        </p:nvCxnSpPr>
        <p:spPr>
          <a:xfrm>
            <a:off x="7050506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8637B22-0144-1309-C1D9-68F6AB32C535}"/>
              </a:ext>
            </a:extLst>
          </p:cNvPr>
          <p:cNvCxnSpPr/>
          <p:nvPr/>
        </p:nvCxnSpPr>
        <p:spPr>
          <a:xfrm>
            <a:off x="7050506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E2AB7C0-6057-F71B-E3E2-650062390DF0}"/>
              </a:ext>
            </a:extLst>
          </p:cNvPr>
          <p:cNvCxnSpPr/>
          <p:nvPr/>
        </p:nvCxnSpPr>
        <p:spPr>
          <a:xfrm>
            <a:off x="7050506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0D0B76A-15C5-40E9-B831-781B42117A7B}"/>
              </a:ext>
            </a:extLst>
          </p:cNvPr>
          <p:cNvCxnSpPr/>
          <p:nvPr/>
        </p:nvCxnSpPr>
        <p:spPr>
          <a:xfrm>
            <a:off x="7050506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1F556F5-0B85-0070-E283-E1A425398779}"/>
              </a:ext>
            </a:extLst>
          </p:cNvPr>
          <p:cNvCxnSpPr/>
          <p:nvPr/>
        </p:nvCxnSpPr>
        <p:spPr>
          <a:xfrm>
            <a:off x="7050506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C3FAEC8-10FF-2A7D-E367-69EADAA2CD21}"/>
              </a:ext>
            </a:extLst>
          </p:cNvPr>
          <p:cNvCxnSpPr/>
          <p:nvPr/>
        </p:nvCxnSpPr>
        <p:spPr>
          <a:xfrm>
            <a:off x="7050506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A32EE9C-CB4A-9D38-2E6A-B103B4B8453D}"/>
              </a:ext>
            </a:extLst>
          </p:cNvPr>
          <p:cNvCxnSpPr/>
          <p:nvPr/>
        </p:nvCxnSpPr>
        <p:spPr>
          <a:xfrm>
            <a:off x="7050506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B1B2782-7721-C7C5-57A9-B137EB8A624A}"/>
              </a:ext>
            </a:extLst>
          </p:cNvPr>
          <p:cNvCxnSpPr/>
          <p:nvPr/>
        </p:nvCxnSpPr>
        <p:spPr>
          <a:xfrm>
            <a:off x="7050506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AD216DF-E5C2-7B02-B708-2018276343AF}"/>
              </a:ext>
            </a:extLst>
          </p:cNvPr>
          <p:cNvCxnSpPr/>
          <p:nvPr/>
        </p:nvCxnSpPr>
        <p:spPr>
          <a:xfrm>
            <a:off x="7050506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1E3D86-EF41-1CBD-7320-236B0BC972A5}"/>
              </a:ext>
            </a:extLst>
          </p:cNvPr>
          <p:cNvCxnSpPr/>
          <p:nvPr/>
        </p:nvCxnSpPr>
        <p:spPr>
          <a:xfrm>
            <a:off x="7050506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22752DA-C813-9F8E-36D3-2C90A7383613}"/>
              </a:ext>
            </a:extLst>
          </p:cNvPr>
          <p:cNvSpPr/>
          <p:nvPr/>
        </p:nvSpPr>
        <p:spPr>
          <a:xfrm>
            <a:off x="6326605" y="1203150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FA2DB2-2F0C-131D-554F-FC2923F2CD86}"/>
              </a:ext>
            </a:extLst>
          </p:cNvPr>
          <p:cNvSpPr/>
          <p:nvPr/>
        </p:nvSpPr>
        <p:spPr>
          <a:xfrm>
            <a:off x="6326605" y="1548056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8EB362E-2B5A-4A3D-8EDF-24F26E806388}"/>
              </a:ext>
            </a:extLst>
          </p:cNvPr>
          <p:cNvSpPr/>
          <p:nvPr/>
        </p:nvSpPr>
        <p:spPr>
          <a:xfrm>
            <a:off x="2290510" y="4499807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3C3B36D-219C-7A75-B4D6-5D3829D31F35}"/>
              </a:ext>
            </a:extLst>
          </p:cNvPr>
          <p:cNvSpPr/>
          <p:nvPr/>
        </p:nvSpPr>
        <p:spPr>
          <a:xfrm>
            <a:off x="2290510" y="4844713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7FDD45-31D3-FE3E-6478-D70AA4138DB8}"/>
              </a:ext>
            </a:extLst>
          </p:cNvPr>
          <p:cNvSpPr/>
          <p:nvPr/>
        </p:nvSpPr>
        <p:spPr>
          <a:xfrm>
            <a:off x="3358815" y="4475745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4BCB4B2-3D34-4E6A-89DB-4E4D4FACC401}"/>
              </a:ext>
            </a:extLst>
          </p:cNvPr>
          <p:cNvSpPr/>
          <p:nvPr/>
        </p:nvSpPr>
        <p:spPr>
          <a:xfrm>
            <a:off x="3358815" y="4820651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98E916D-F8E9-AB43-EC05-D4DA2F02232F}"/>
              </a:ext>
            </a:extLst>
          </p:cNvPr>
          <p:cNvSpPr/>
          <p:nvPr/>
        </p:nvSpPr>
        <p:spPr>
          <a:xfrm>
            <a:off x="4505827" y="4507827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7173C17-4415-BAF0-DEA3-A4A0763DFCFE}"/>
              </a:ext>
            </a:extLst>
          </p:cNvPr>
          <p:cNvSpPr/>
          <p:nvPr/>
        </p:nvSpPr>
        <p:spPr>
          <a:xfrm>
            <a:off x="4505827" y="4852733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A337C52-E6D4-68D0-9115-6312176B3375}"/>
              </a:ext>
            </a:extLst>
          </p:cNvPr>
          <p:cNvCxnSpPr>
            <a:stCxn id="3" idx="2"/>
            <a:endCxn id="46" idx="0"/>
          </p:cNvCxnSpPr>
          <p:nvPr/>
        </p:nvCxnSpPr>
        <p:spPr>
          <a:xfrm flipH="1">
            <a:off x="2535152" y="4082713"/>
            <a:ext cx="90238" cy="4170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037DAD7-5DD1-C331-F741-AE7D90078C4A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 flipH="1">
            <a:off x="3603457" y="4082713"/>
            <a:ext cx="45118" cy="393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A14062A-663A-2BE7-8817-62A80A5AA9B1}"/>
              </a:ext>
            </a:extLst>
          </p:cNvPr>
          <p:cNvCxnSpPr>
            <a:cxnSpLocks/>
            <a:stCxn id="5" idx="2"/>
            <a:endCxn id="50" idx="0"/>
          </p:cNvCxnSpPr>
          <p:nvPr/>
        </p:nvCxnSpPr>
        <p:spPr>
          <a:xfrm flipH="1">
            <a:off x="4750469" y="4082713"/>
            <a:ext cx="74196" cy="4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C7DD028-2813-D1F3-F597-ADF39A0D5F9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V="1">
            <a:off x="4824665" y="2045366"/>
            <a:ext cx="1692441" cy="1572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CF81517-2084-9640-8900-59843BE1A5DB}"/>
              </a:ext>
            </a:extLst>
          </p:cNvPr>
          <p:cNvCxnSpPr/>
          <p:nvPr/>
        </p:nvCxnSpPr>
        <p:spPr>
          <a:xfrm>
            <a:off x="6898105" y="3814008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47D9A9C-14F8-A6E8-17DA-5E2DEFF6708C}"/>
              </a:ext>
            </a:extLst>
          </p:cNvPr>
          <p:cNvCxnSpPr/>
          <p:nvPr/>
        </p:nvCxnSpPr>
        <p:spPr>
          <a:xfrm>
            <a:off x="6906126" y="4584029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3682222-BCC4-B6C0-DA1E-EE73ADF20ED8}"/>
              </a:ext>
            </a:extLst>
          </p:cNvPr>
          <p:cNvSpPr txBox="1"/>
          <p:nvPr/>
        </p:nvSpPr>
        <p:spPr>
          <a:xfrm>
            <a:off x="1443752" y="2055205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Ready Queue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EB4967-63B6-C2B9-3288-2D4B6F1703C1}"/>
              </a:ext>
            </a:extLst>
          </p:cNvPr>
          <p:cNvSpPr txBox="1"/>
          <p:nvPr/>
        </p:nvSpPr>
        <p:spPr>
          <a:xfrm>
            <a:off x="6815889" y="337248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Wait Queue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66F9FD0-B4AB-F3D3-6335-7BF99E1A9778}"/>
              </a:ext>
            </a:extLst>
          </p:cNvPr>
          <p:cNvSpPr/>
          <p:nvPr/>
        </p:nvSpPr>
        <p:spPr>
          <a:xfrm>
            <a:off x="7760368" y="1172889"/>
            <a:ext cx="506559" cy="8823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PIC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AA50E7C-684B-E73C-FF22-5D6FA2928433}"/>
              </a:ext>
            </a:extLst>
          </p:cNvPr>
          <p:cNvCxnSpPr/>
          <p:nvPr/>
        </p:nvCxnSpPr>
        <p:spPr>
          <a:xfrm>
            <a:off x="8266927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8227F99-5A31-8DBB-30B5-5473AE1C134A}"/>
              </a:ext>
            </a:extLst>
          </p:cNvPr>
          <p:cNvCxnSpPr/>
          <p:nvPr/>
        </p:nvCxnSpPr>
        <p:spPr>
          <a:xfrm>
            <a:off x="8266927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36FE45D-1391-1773-2639-51FAA28087ED}"/>
              </a:ext>
            </a:extLst>
          </p:cNvPr>
          <p:cNvCxnSpPr/>
          <p:nvPr/>
        </p:nvCxnSpPr>
        <p:spPr>
          <a:xfrm>
            <a:off x="8266927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7BFBECC-FBCF-7EAA-7488-7D1F4E022DA9}"/>
              </a:ext>
            </a:extLst>
          </p:cNvPr>
          <p:cNvCxnSpPr/>
          <p:nvPr/>
        </p:nvCxnSpPr>
        <p:spPr>
          <a:xfrm>
            <a:off x="8266927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4B0F214-F933-9CB4-3237-79238BB7DAB0}"/>
              </a:ext>
            </a:extLst>
          </p:cNvPr>
          <p:cNvCxnSpPr/>
          <p:nvPr/>
        </p:nvCxnSpPr>
        <p:spPr>
          <a:xfrm>
            <a:off x="8266927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825B39A-16B0-5D22-6475-0977134BBFA0}"/>
              </a:ext>
            </a:extLst>
          </p:cNvPr>
          <p:cNvCxnSpPr/>
          <p:nvPr/>
        </p:nvCxnSpPr>
        <p:spPr>
          <a:xfrm>
            <a:off x="8266927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93FC17E-79E3-30D6-634E-1DDA9E3C8C73}"/>
              </a:ext>
            </a:extLst>
          </p:cNvPr>
          <p:cNvCxnSpPr/>
          <p:nvPr/>
        </p:nvCxnSpPr>
        <p:spPr>
          <a:xfrm>
            <a:off x="8266927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5B6C5FB-7339-24A2-199A-F69B3595F355}"/>
              </a:ext>
            </a:extLst>
          </p:cNvPr>
          <p:cNvCxnSpPr/>
          <p:nvPr/>
        </p:nvCxnSpPr>
        <p:spPr>
          <a:xfrm>
            <a:off x="8266927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A4BDA6-40E4-9E4C-62F1-A368CE4BC295}"/>
              </a:ext>
            </a:extLst>
          </p:cNvPr>
          <p:cNvCxnSpPr/>
          <p:nvPr/>
        </p:nvCxnSpPr>
        <p:spPr>
          <a:xfrm>
            <a:off x="8266927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F191AF4-BCCC-6973-E1A8-2BAC22687696}"/>
              </a:ext>
            </a:extLst>
          </p:cNvPr>
          <p:cNvCxnSpPr/>
          <p:nvPr/>
        </p:nvCxnSpPr>
        <p:spPr>
          <a:xfrm>
            <a:off x="8266927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1232674-9D23-A155-9B94-432CF90B7325}"/>
              </a:ext>
            </a:extLst>
          </p:cNvPr>
          <p:cNvCxnSpPr/>
          <p:nvPr/>
        </p:nvCxnSpPr>
        <p:spPr>
          <a:xfrm>
            <a:off x="7543800" y="1227213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B18E218D-AD78-41A3-FAAE-7B73C307B899}"/>
              </a:ext>
            </a:extLst>
          </p:cNvPr>
          <p:cNvCxnSpPr/>
          <p:nvPr/>
        </p:nvCxnSpPr>
        <p:spPr>
          <a:xfrm rot="10800000">
            <a:off x="7267075" y="1203150"/>
            <a:ext cx="300789" cy="1270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D9052AB-BB54-6E39-1CAE-6BDAFF4BE66D}"/>
              </a:ext>
            </a:extLst>
          </p:cNvPr>
          <p:cNvSpPr/>
          <p:nvPr/>
        </p:nvSpPr>
        <p:spPr>
          <a:xfrm>
            <a:off x="8919411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8019E51-E477-1018-1362-82A598DA0C05}"/>
              </a:ext>
            </a:extLst>
          </p:cNvPr>
          <p:cNvSpPr/>
          <p:nvPr/>
        </p:nvSpPr>
        <p:spPr>
          <a:xfrm>
            <a:off x="9232232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EE8EDF8-D16B-9DD4-E7D9-D7AFBF7DC26B}"/>
              </a:ext>
            </a:extLst>
          </p:cNvPr>
          <p:cNvSpPr/>
          <p:nvPr/>
        </p:nvSpPr>
        <p:spPr>
          <a:xfrm>
            <a:off x="9545053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B2D2A54-272B-4F1A-5FA1-690AED3AA9D6}"/>
              </a:ext>
            </a:extLst>
          </p:cNvPr>
          <p:cNvSpPr/>
          <p:nvPr/>
        </p:nvSpPr>
        <p:spPr>
          <a:xfrm>
            <a:off x="9857874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EC5BDEB-5925-7F4C-9D0D-DFA66F152631}"/>
              </a:ext>
            </a:extLst>
          </p:cNvPr>
          <p:cNvSpPr/>
          <p:nvPr/>
        </p:nvSpPr>
        <p:spPr>
          <a:xfrm>
            <a:off x="10170695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EBF8A22-33BF-1A5B-54F3-EEE26E928982}"/>
              </a:ext>
            </a:extLst>
          </p:cNvPr>
          <p:cNvSpPr/>
          <p:nvPr/>
        </p:nvSpPr>
        <p:spPr>
          <a:xfrm>
            <a:off x="10483516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3931CBA-F2CC-40D0-B834-8947CEB6394B}"/>
              </a:ext>
            </a:extLst>
          </p:cNvPr>
          <p:cNvSpPr/>
          <p:nvPr/>
        </p:nvSpPr>
        <p:spPr>
          <a:xfrm>
            <a:off x="8940695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9377D45-50F2-B080-5BD8-6BD4214712AE}"/>
              </a:ext>
            </a:extLst>
          </p:cNvPr>
          <p:cNvSpPr/>
          <p:nvPr/>
        </p:nvSpPr>
        <p:spPr>
          <a:xfrm>
            <a:off x="9253516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295726A-659D-294C-3F4C-55F7B729BAC6}"/>
              </a:ext>
            </a:extLst>
          </p:cNvPr>
          <p:cNvSpPr/>
          <p:nvPr/>
        </p:nvSpPr>
        <p:spPr>
          <a:xfrm>
            <a:off x="9566337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A34AF68-99F9-4A79-B7CC-77536EAA974C}"/>
              </a:ext>
            </a:extLst>
          </p:cNvPr>
          <p:cNvSpPr/>
          <p:nvPr/>
        </p:nvSpPr>
        <p:spPr>
          <a:xfrm>
            <a:off x="9879158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64D27B8-567D-1E7F-6457-5A7999DFEBB4}"/>
              </a:ext>
            </a:extLst>
          </p:cNvPr>
          <p:cNvSpPr/>
          <p:nvPr/>
        </p:nvSpPr>
        <p:spPr>
          <a:xfrm>
            <a:off x="10191979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248F050-4B9A-3FAA-E7E6-B01C441AA873}"/>
              </a:ext>
            </a:extLst>
          </p:cNvPr>
          <p:cNvSpPr/>
          <p:nvPr/>
        </p:nvSpPr>
        <p:spPr>
          <a:xfrm>
            <a:off x="10504800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14D2B5E-F93E-CF81-5D0D-F503D628E125}"/>
              </a:ext>
            </a:extLst>
          </p:cNvPr>
          <p:cNvSpPr/>
          <p:nvPr/>
        </p:nvSpPr>
        <p:spPr>
          <a:xfrm>
            <a:off x="8961979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1C1DD3C-1D8F-F5B5-605B-E1B3F4AAB666}"/>
              </a:ext>
            </a:extLst>
          </p:cNvPr>
          <p:cNvSpPr/>
          <p:nvPr/>
        </p:nvSpPr>
        <p:spPr>
          <a:xfrm>
            <a:off x="9274800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9272608-9C03-55D1-6E57-D73A9CAF92EE}"/>
              </a:ext>
            </a:extLst>
          </p:cNvPr>
          <p:cNvSpPr/>
          <p:nvPr/>
        </p:nvSpPr>
        <p:spPr>
          <a:xfrm>
            <a:off x="9587621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3EDF3ED-F232-D98D-57F3-7E57C2B078F5}"/>
              </a:ext>
            </a:extLst>
          </p:cNvPr>
          <p:cNvSpPr/>
          <p:nvPr/>
        </p:nvSpPr>
        <p:spPr>
          <a:xfrm>
            <a:off x="9900442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91442B7-1A76-1699-1E13-CF7E6EE86965}"/>
              </a:ext>
            </a:extLst>
          </p:cNvPr>
          <p:cNvSpPr/>
          <p:nvPr/>
        </p:nvSpPr>
        <p:spPr>
          <a:xfrm>
            <a:off x="10213263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7CC9E99-CFC7-D529-D6C2-73F7B6D15EA8}"/>
              </a:ext>
            </a:extLst>
          </p:cNvPr>
          <p:cNvSpPr/>
          <p:nvPr/>
        </p:nvSpPr>
        <p:spPr>
          <a:xfrm>
            <a:off x="10526084" y="1514156"/>
            <a:ext cx="312821" cy="19068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E0FB5D0-B6A9-47CE-D0BE-03417C60E5AB}"/>
              </a:ext>
            </a:extLst>
          </p:cNvPr>
          <p:cNvSpPr/>
          <p:nvPr/>
        </p:nvSpPr>
        <p:spPr>
          <a:xfrm>
            <a:off x="8983263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6877C31-11FC-433B-0853-8DCD57F8FCE4}"/>
              </a:ext>
            </a:extLst>
          </p:cNvPr>
          <p:cNvSpPr/>
          <p:nvPr/>
        </p:nvSpPr>
        <p:spPr>
          <a:xfrm>
            <a:off x="9296084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F8BFA7B-2FEC-6AFB-E61E-442C24B26DA0}"/>
              </a:ext>
            </a:extLst>
          </p:cNvPr>
          <p:cNvSpPr/>
          <p:nvPr/>
        </p:nvSpPr>
        <p:spPr>
          <a:xfrm>
            <a:off x="9608905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8F761B9-EEF7-CFFC-EE2B-AFB482E008B4}"/>
              </a:ext>
            </a:extLst>
          </p:cNvPr>
          <p:cNvSpPr/>
          <p:nvPr/>
        </p:nvSpPr>
        <p:spPr>
          <a:xfrm>
            <a:off x="9921726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CE3F690-06D1-C73C-7ABD-E783006444C4}"/>
              </a:ext>
            </a:extLst>
          </p:cNvPr>
          <p:cNvSpPr/>
          <p:nvPr/>
        </p:nvSpPr>
        <p:spPr>
          <a:xfrm>
            <a:off x="10234547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F2DDDF7-F53C-B41D-3CA9-ED574427AC9F}"/>
              </a:ext>
            </a:extLst>
          </p:cNvPr>
          <p:cNvSpPr/>
          <p:nvPr/>
        </p:nvSpPr>
        <p:spPr>
          <a:xfrm>
            <a:off x="10547368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A417181-302B-01B8-7F00-CADAD752D2E3}"/>
              </a:ext>
            </a:extLst>
          </p:cNvPr>
          <p:cNvCxnSpPr>
            <a:cxnSpLocks/>
            <a:stCxn id="89" idx="1"/>
          </p:cNvCxnSpPr>
          <p:nvPr/>
        </p:nvCxnSpPr>
        <p:spPr>
          <a:xfrm rot="10800000">
            <a:off x="8483495" y="1283369"/>
            <a:ext cx="457200" cy="13544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3FCBB3B-5706-FCE4-C416-C9B37E71D6D6}"/>
              </a:ext>
            </a:extLst>
          </p:cNvPr>
          <p:cNvSpPr txBox="1"/>
          <p:nvPr/>
        </p:nvSpPr>
        <p:spPr>
          <a:xfrm>
            <a:off x="7158790" y="66574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IRQ=1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72092B0-021A-1B4B-B9F6-F0A48E6BC14C}"/>
              </a:ext>
            </a:extLst>
          </p:cNvPr>
          <p:cNvSpPr txBox="1"/>
          <p:nvPr/>
        </p:nvSpPr>
        <p:spPr>
          <a:xfrm>
            <a:off x="4468180" y="306769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100ms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EDE1D267-BF3B-B278-BC8A-60FA2A6E2483}"/>
              </a:ext>
            </a:extLst>
          </p:cNvPr>
          <p:cNvSpPr/>
          <p:nvPr/>
        </p:nvSpPr>
        <p:spPr>
          <a:xfrm>
            <a:off x="8919411" y="601579"/>
            <a:ext cx="340519" cy="340519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8E1E437-F607-0ECB-1826-D83854C97A12}"/>
              </a:ext>
            </a:extLst>
          </p:cNvPr>
          <p:cNvCxnSpPr>
            <a:cxnSpLocks/>
            <a:endCxn id="116" idx="7"/>
          </p:cNvCxnSpPr>
          <p:nvPr/>
        </p:nvCxnSpPr>
        <p:spPr>
          <a:xfrm flipV="1">
            <a:off x="9097105" y="651447"/>
            <a:ext cx="112957" cy="110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A4E9A5C1-6E0E-91C4-029D-45EF7AC4A2FE}"/>
              </a:ext>
            </a:extLst>
          </p:cNvPr>
          <p:cNvCxnSpPr>
            <a:cxnSpLocks/>
            <a:endCxn id="116" idx="1"/>
          </p:cNvCxnSpPr>
          <p:nvPr/>
        </p:nvCxnSpPr>
        <p:spPr>
          <a:xfrm flipH="1" flipV="1">
            <a:off x="8969279" y="651447"/>
            <a:ext cx="127826" cy="118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51D8D38B-A4F2-2B29-644A-E35AB372ABB7}"/>
              </a:ext>
            </a:extLst>
          </p:cNvPr>
          <p:cNvCxnSpPr>
            <a:cxnSpLocks/>
            <a:stCxn id="116" idx="2"/>
          </p:cNvCxnSpPr>
          <p:nvPr/>
        </p:nvCxnSpPr>
        <p:spPr>
          <a:xfrm rot="10800000" flipV="1">
            <a:off x="8483495" y="771838"/>
            <a:ext cx="435916" cy="437661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4C216C2-542F-3569-CDE7-24FEC60D54C0}"/>
              </a:ext>
            </a:extLst>
          </p:cNvPr>
          <p:cNvSpPr txBox="1"/>
          <p:nvPr/>
        </p:nvSpPr>
        <p:spPr>
          <a:xfrm>
            <a:off x="3376851" y="305182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200ms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A212464-047A-E631-5DA7-9BE4FBC32973}"/>
              </a:ext>
            </a:extLst>
          </p:cNvPr>
          <p:cNvSpPr txBox="1"/>
          <p:nvPr/>
        </p:nvSpPr>
        <p:spPr>
          <a:xfrm>
            <a:off x="2343100" y="299586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60ms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15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347723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printf("prompt&gt;ls\n")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execve("ls");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printf("prompt&gt;\n");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>
            <a:off x="3296652" y="1499937"/>
            <a:ext cx="1475875" cy="1568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75874" cy="1760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341748" y="2912641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원통형 2">
            <a:extLst>
              <a:ext uri="{FF2B5EF4-FFF2-40B4-BE49-F238E27FC236}">
                <a16:creationId xmlns:a16="http://schemas.microsoft.com/office/drawing/2014/main" id="{A171D710-3034-F7EC-1ACB-39B633A60490}"/>
              </a:ext>
            </a:extLst>
          </p:cNvPr>
          <p:cNvSpPr/>
          <p:nvPr/>
        </p:nvSpPr>
        <p:spPr>
          <a:xfrm>
            <a:off x="4523874" y="4740442"/>
            <a:ext cx="3810000" cy="1868905"/>
          </a:xfrm>
          <a:prstGeom prst="can">
            <a:avLst>
              <a:gd name="adj" fmla="val 12124"/>
            </a:avLst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63449-C558-6091-3BC1-AE2A60F135E8}"/>
              </a:ext>
            </a:extLst>
          </p:cNvPr>
          <p:cNvSpPr txBox="1"/>
          <p:nvPr/>
        </p:nvSpPr>
        <p:spPr>
          <a:xfrm>
            <a:off x="5078775" y="5213229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711A0-8824-2B9F-8E2A-1BDFC5D9EE38}"/>
              </a:ext>
            </a:extLst>
          </p:cNvPr>
          <p:cNvSpPr txBox="1"/>
          <p:nvPr/>
        </p:nvSpPr>
        <p:spPr>
          <a:xfrm>
            <a:off x="5571879" y="61365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/usr/bin/ls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B49DA-5907-63CE-B0DD-78B786D42E87}"/>
              </a:ext>
            </a:extLst>
          </p:cNvPr>
          <p:cNvSpPr txBox="1"/>
          <p:nvPr/>
        </p:nvSpPr>
        <p:spPr>
          <a:xfrm>
            <a:off x="4772527" y="3053010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0862770-05D9-03CD-23D4-B65EE81DE0C8}"/>
              </a:ext>
            </a:extLst>
          </p:cNvPr>
          <p:cNvSpPr/>
          <p:nvPr/>
        </p:nvSpPr>
        <p:spPr>
          <a:xfrm>
            <a:off x="1098883" y="1243262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F33AB-38C8-C081-AEEB-4F027ACF4F41}"/>
              </a:ext>
            </a:extLst>
          </p:cNvPr>
          <p:cNvSpPr txBox="1"/>
          <p:nvPr/>
        </p:nvSpPr>
        <p:spPr>
          <a:xfrm>
            <a:off x="4852737" y="9381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ref=0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4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6" y="525476"/>
            <a:ext cx="3350597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printf("prompt&gt;ls\n")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if(fork()==0)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execve("ls");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wait(0);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printf("prompt&gt;\n");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3296652" y="577517"/>
            <a:ext cx="1491916" cy="922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91916" cy="603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2408" y="2329927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원통형 2">
            <a:extLst>
              <a:ext uri="{FF2B5EF4-FFF2-40B4-BE49-F238E27FC236}">
                <a16:creationId xmlns:a16="http://schemas.microsoft.com/office/drawing/2014/main" id="{A171D710-3034-F7EC-1ACB-39B633A60490}"/>
              </a:ext>
            </a:extLst>
          </p:cNvPr>
          <p:cNvSpPr/>
          <p:nvPr/>
        </p:nvSpPr>
        <p:spPr>
          <a:xfrm>
            <a:off x="4523874" y="4740442"/>
            <a:ext cx="3810000" cy="1868905"/>
          </a:xfrm>
          <a:prstGeom prst="can">
            <a:avLst>
              <a:gd name="adj" fmla="val 12124"/>
            </a:avLst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63449-C558-6091-3BC1-AE2A60F135E8}"/>
              </a:ext>
            </a:extLst>
          </p:cNvPr>
          <p:cNvSpPr txBox="1"/>
          <p:nvPr/>
        </p:nvSpPr>
        <p:spPr>
          <a:xfrm>
            <a:off x="5078775" y="5213229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711A0-8824-2B9F-8E2A-1BDFC5D9EE38}"/>
              </a:ext>
            </a:extLst>
          </p:cNvPr>
          <p:cNvSpPr txBox="1"/>
          <p:nvPr/>
        </p:nvSpPr>
        <p:spPr>
          <a:xfrm>
            <a:off x="5571879" y="61365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/usr/bin/ls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B49DA-5907-63CE-B0DD-78B786D42E87}"/>
              </a:ext>
            </a:extLst>
          </p:cNvPr>
          <p:cNvSpPr txBox="1"/>
          <p:nvPr/>
        </p:nvSpPr>
        <p:spPr>
          <a:xfrm>
            <a:off x="5700766" y="3071608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0862770-05D9-03CD-23D4-B65EE81DE0C8}"/>
              </a:ext>
            </a:extLst>
          </p:cNvPr>
          <p:cNvSpPr/>
          <p:nvPr/>
        </p:nvSpPr>
        <p:spPr>
          <a:xfrm>
            <a:off x="1098883" y="1243262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F33AB-38C8-C081-AEEB-4F027ACF4F41}"/>
              </a:ext>
            </a:extLst>
          </p:cNvPr>
          <p:cNvSpPr txBox="1"/>
          <p:nvPr/>
        </p:nvSpPr>
        <p:spPr>
          <a:xfrm>
            <a:off x="4852736" y="15614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ref=0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52AF8C-8275-A288-E243-2299F6743FD8}"/>
              </a:ext>
            </a:extLst>
          </p:cNvPr>
          <p:cNvSpPr/>
          <p:nvPr/>
        </p:nvSpPr>
        <p:spPr>
          <a:xfrm>
            <a:off x="9825790" y="1018674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25CFC0-388F-C872-CBE8-4FE6809DE17D}"/>
              </a:ext>
            </a:extLst>
          </p:cNvPr>
          <p:cNvSpPr/>
          <p:nvPr/>
        </p:nvSpPr>
        <p:spPr>
          <a:xfrm>
            <a:off x="9825789" y="1700463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76C58-5A11-FBA8-A8DB-89AF81E4FC7C}"/>
              </a:ext>
            </a:extLst>
          </p:cNvPr>
          <p:cNvSpPr txBox="1"/>
          <p:nvPr/>
        </p:nvSpPr>
        <p:spPr>
          <a:xfrm>
            <a:off x="10114547" y="62546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EC5A2B-4328-507B-FCAD-1BB989358C47}"/>
              </a:ext>
            </a:extLst>
          </p:cNvPr>
          <p:cNvCxnSpPr>
            <a:cxnSpLocks/>
          </p:cNvCxnSpPr>
          <p:nvPr/>
        </p:nvCxnSpPr>
        <p:spPr>
          <a:xfrm flipV="1">
            <a:off x="8163228" y="1700463"/>
            <a:ext cx="1662560" cy="14010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69D2208-03E8-8ABF-3F38-58D4A3089CDD}"/>
              </a:ext>
            </a:extLst>
          </p:cNvPr>
          <p:cNvCxnSpPr>
            <a:cxnSpLocks/>
          </p:cNvCxnSpPr>
          <p:nvPr/>
        </p:nvCxnSpPr>
        <p:spPr>
          <a:xfrm flipV="1">
            <a:off x="8164902" y="2406315"/>
            <a:ext cx="1660887" cy="158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4B24055-D9B9-C2CB-926F-6513790AF630}"/>
              </a:ext>
            </a:extLst>
          </p:cNvPr>
          <p:cNvSpPr/>
          <p:nvPr/>
        </p:nvSpPr>
        <p:spPr>
          <a:xfrm>
            <a:off x="5248750" y="3714201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8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B6DA6C-82C3-E949-9522-F100625D5A24}"/>
              </a:ext>
            </a:extLst>
          </p:cNvPr>
          <p:cNvSpPr txBox="1"/>
          <p:nvPr/>
        </p:nvSpPr>
        <p:spPr>
          <a:xfrm>
            <a:off x="513347" y="376989"/>
            <a:ext cx="347723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int pid;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pid = fork();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if( pid == 0)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printf("child\n");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exit(7);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wait(0);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printf("child\n");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81469-E585-DDB7-F652-0C9E0DF162CB}"/>
              </a:ext>
            </a:extLst>
          </p:cNvPr>
          <p:cNvSpPr txBox="1"/>
          <p:nvPr/>
        </p:nvSpPr>
        <p:spPr>
          <a:xfrm>
            <a:off x="4836694" y="376989"/>
            <a:ext cx="512351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void * foo(void *data)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printf("foo()\n");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return 0; // pthread_exit(0);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pthread_t thread;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pthread_create(&amp;thread, 0, foo, 0);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pthread_join(thread, 0);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BA86103-45BE-8E18-93BC-85DE6ED8BCBE}"/>
              </a:ext>
            </a:extLst>
          </p:cNvPr>
          <p:cNvCxnSpPr/>
          <p:nvPr/>
        </p:nvCxnSpPr>
        <p:spPr>
          <a:xfrm>
            <a:off x="2101516" y="1106905"/>
            <a:ext cx="3248526" cy="16122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D30C41-34DA-9B10-161C-F51E99420B31}"/>
              </a:ext>
            </a:extLst>
          </p:cNvPr>
          <p:cNvCxnSpPr>
            <a:cxnSpLocks/>
          </p:cNvCxnSpPr>
          <p:nvPr/>
        </p:nvCxnSpPr>
        <p:spPr>
          <a:xfrm>
            <a:off x="2703095" y="1499937"/>
            <a:ext cx="2735179" cy="1812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2855DE9-70F5-61A8-C983-8D455D41AED9}"/>
              </a:ext>
            </a:extLst>
          </p:cNvPr>
          <p:cNvCxnSpPr>
            <a:cxnSpLocks/>
          </p:cNvCxnSpPr>
          <p:nvPr/>
        </p:nvCxnSpPr>
        <p:spPr>
          <a:xfrm flipV="1">
            <a:off x="2703095" y="513347"/>
            <a:ext cx="2213810" cy="1163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47A5848-1575-2630-E260-2C9827673846}"/>
              </a:ext>
            </a:extLst>
          </p:cNvPr>
          <p:cNvCxnSpPr>
            <a:cxnSpLocks/>
          </p:cNvCxnSpPr>
          <p:nvPr/>
        </p:nvCxnSpPr>
        <p:spPr>
          <a:xfrm flipV="1">
            <a:off x="2703095" y="1391653"/>
            <a:ext cx="2646947" cy="1102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897A394-9B44-C8D5-FB8E-97C4C233D38E}"/>
              </a:ext>
            </a:extLst>
          </p:cNvPr>
          <p:cNvCxnSpPr>
            <a:cxnSpLocks/>
          </p:cNvCxnSpPr>
          <p:nvPr/>
        </p:nvCxnSpPr>
        <p:spPr>
          <a:xfrm>
            <a:off x="2231788" y="3278554"/>
            <a:ext cx="3162369" cy="672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84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3296652" y="1307432"/>
            <a:ext cx="1475875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75875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5624" y="2173704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6377E3-560F-0C73-FBC6-5D9BF0E57E58}"/>
              </a:ext>
            </a:extLst>
          </p:cNvPr>
          <p:cNvSpPr/>
          <p:nvPr/>
        </p:nvSpPr>
        <p:spPr>
          <a:xfrm>
            <a:off x="8959517" y="737937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FEA4DD-F43D-1B68-EAEB-F7FA9DA667AE}"/>
              </a:ext>
            </a:extLst>
          </p:cNvPr>
          <p:cNvSpPr/>
          <p:nvPr/>
        </p:nvSpPr>
        <p:spPr>
          <a:xfrm>
            <a:off x="8959516" y="1419726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8C5B-F608-586D-DC0B-CF6F40DB8AF6}"/>
              </a:ext>
            </a:extLst>
          </p:cNvPr>
          <p:cNvSpPr txBox="1"/>
          <p:nvPr/>
        </p:nvSpPr>
        <p:spPr>
          <a:xfrm>
            <a:off x="10692063" y="12757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BBDD9-BB99-C316-C090-DAC1B7641489}"/>
              </a:ext>
            </a:extLst>
          </p:cNvPr>
          <p:cNvSpPr txBox="1"/>
          <p:nvPr/>
        </p:nvSpPr>
        <p:spPr>
          <a:xfrm>
            <a:off x="9248274" y="3447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4667736-6ADC-0265-E612-44344858E8C4}"/>
              </a:ext>
            </a:extLst>
          </p:cNvPr>
          <p:cNvCxnSpPr>
            <a:cxnSpLocks/>
          </p:cNvCxnSpPr>
          <p:nvPr/>
        </p:nvCxnSpPr>
        <p:spPr>
          <a:xfrm>
            <a:off x="7743212" y="1307432"/>
            <a:ext cx="1216304" cy="112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5D60784-40D2-6850-8E44-B5F67E5D67A1}"/>
              </a:ext>
            </a:extLst>
          </p:cNvPr>
          <p:cNvCxnSpPr>
            <a:cxnSpLocks/>
          </p:cNvCxnSpPr>
          <p:nvPr/>
        </p:nvCxnSpPr>
        <p:spPr>
          <a:xfrm flipV="1">
            <a:off x="7743212" y="2125578"/>
            <a:ext cx="1216304" cy="659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6C4D12-E427-8A1C-F055-693B97DA7C2B}"/>
              </a:ext>
            </a:extLst>
          </p:cNvPr>
          <p:cNvSpPr/>
          <p:nvPr/>
        </p:nvSpPr>
        <p:spPr>
          <a:xfrm>
            <a:off x="1564105" y="2582778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1AF0E-4959-F934-17B6-00C38FAC20F2}"/>
              </a:ext>
            </a:extLst>
          </p:cNvPr>
          <p:cNvSpPr txBox="1"/>
          <p:nvPr/>
        </p:nvSpPr>
        <p:spPr>
          <a:xfrm>
            <a:off x="633663" y="255871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.data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117126-BCB0-FA29-8938-A098F240F658}"/>
              </a:ext>
            </a:extLst>
          </p:cNvPr>
          <p:cNvSpPr/>
          <p:nvPr/>
        </p:nvSpPr>
        <p:spPr>
          <a:xfrm>
            <a:off x="4772527" y="3210239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EC2D5B-9537-0094-2185-5D070474CBD4}"/>
              </a:ext>
            </a:extLst>
          </p:cNvPr>
          <p:cNvCxnSpPr>
            <a:cxnSpLocks/>
          </p:cNvCxnSpPr>
          <p:nvPr/>
        </p:nvCxnSpPr>
        <p:spPr>
          <a:xfrm>
            <a:off x="3296652" y="2582778"/>
            <a:ext cx="1485342" cy="627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EEFF5DF-92E0-24B4-697E-C0368E8CC74B}"/>
              </a:ext>
            </a:extLst>
          </p:cNvPr>
          <p:cNvCxnSpPr>
            <a:cxnSpLocks/>
          </p:cNvCxnSpPr>
          <p:nvPr/>
        </p:nvCxnSpPr>
        <p:spPr>
          <a:xfrm>
            <a:off x="3291919" y="3288630"/>
            <a:ext cx="1490075" cy="598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4380C-1B2A-BDDD-38BA-76D8C1FFF5AB}"/>
              </a:ext>
            </a:extLst>
          </p:cNvPr>
          <p:cNvSpPr/>
          <p:nvPr/>
        </p:nvSpPr>
        <p:spPr>
          <a:xfrm>
            <a:off x="8967797" y="2691062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DB6388-8B3A-6638-BDDB-B0771843D209}"/>
              </a:ext>
            </a:extLst>
          </p:cNvPr>
          <p:cNvCxnSpPr>
            <a:cxnSpLocks/>
          </p:cNvCxnSpPr>
          <p:nvPr/>
        </p:nvCxnSpPr>
        <p:spPr>
          <a:xfrm flipV="1">
            <a:off x="7369843" y="2691062"/>
            <a:ext cx="1597954" cy="1660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B363D18-CE8D-3AB3-6AE3-7022DE9CAF16}"/>
              </a:ext>
            </a:extLst>
          </p:cNvPr>
          <p:cNvCxnSpPr>
            <a:cxnSpLocks/>
          </p:cNvCxnSpPr>
          <p:nvPr/>
        </p:nvCxnSpPr>
        <p:spPr>
          <a:xfrm flipV="1">
            <a:off x="7363066" y="3376129"/>
            <a:ext cx="1596450" cy="1681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BE109B-E47B-B333-72F9-66C45AE9F474}"/>
              </a:ext>
            </a:extLst>
          </p:cNvPr>
          <p:cNvSpPr txBox="1"/>
          <p:nvPr/>
        </p:nvSpPr>
        <p:spPr>
          <a:xfrm>
            <a:off x="10871970" y="30377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++global;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2F09D38-4FD2-0D14-2D22-E097E306A671}"/>
              </a:ext>
            </a:extLst>
          </p:cNvPr>
          <p:cNvSpPr/>
          <p:nvPr/>
        </p:nvSpPr>
        <p:spPr>
          <a:xfrm>
            <a:off x="5630519" y="4352049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7EDD37-307B-C904-0290-CBAE5CD69417}"/>
              </a:ext>
            </a:extLst>
          </p:cNvPr>
          <p:cNvSpPr txBox="1"/>
          <p:nvPr/>
        </p:nvSpPr>
        <p:spPr>
          <a:xfrm>
            <a:off x="4836803" y="165757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COW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7B5E1-8619-E6C0-30F5-C896FDE76A9C}"/>
              </a:ext>
            </a:extLst>
          </p:cNvPr>
          <p:cNvSpPr txBox="1"/>
          <p:nvPr/>
        </p:nvSpPr>
        <p:spPr>
          <a:xfrm>
            <a:off x="4982649" y="858621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readonly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18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9304422" y="1259306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6096001" y="794085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6096000" y="1475874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5165558" y="14518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7828547" y="1259306"/>
            <a:ext cx="1475875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7828547" y="2181726"/>
            <a:ext cx="1475875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9427519" y="2125578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6384758" y="4008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6C4D12-E427-8A1C-F055-693B97DA7C2B}"/>
              </a:ext>
            </a:extLst>
          </p:cNvPr>
          <p:cNvSpPr/>
          <p:nvPr/>
        </p:nvSpPr>
        <p:spPr>
          <a:xfrm>
            <a:off x="6096000" y="2534652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1AF0E-4959-F934-17B6-00C38FAC20F2}"/>
              </a:ext>
            </a:extLst>
          </p:cNvPr>
          <p:cNvSpPr txBox="1"/>
          <p:nvPr/>
        </p:nvSpPr>
        <p:spPr>
          <a:xfrm>
            <a:off x="5165558" y="25105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.data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117126-BCB0-FA29-8938-A098F240F658}"/>
              </a:ext>
            </a:extLst>
          </p:cNvPr>
          <p:cNvSpPr/>
          <p:nvPr/>
        </p:nvSpPr>
        <p:spPr>
          <a:xfrm>
            <a:off x="9304422" y="3162113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EC2D5B-9537-0094-2185-5D070474CBD4}"/>
              </a:ext>
            </a:extLst>
          </p:cNvPr>
          <p:cNvCxnSpPr>
            <a:cxnSpLocks/>
          </p:cNvCxnSpPr>
          <p:nvPr/>
        </p:nvCxnSpPr>
        <p:spPr>
          <a:xfrm>
            <a:off x="7828547" y="2534652"/>
            <a:ext cx="1485342" cy="627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EEFF5DF-92E0-24B4-697E-C0368E8CC74B}"/>
              </a:ext>
            </a:extLst>
          </p:cNvPr>
          <p:cNvCxnSpPr>
            <a:cxnSpLocks/>
          </p:cNvCxnSpPr>
          <p:nvPr/>
        </p:nvCxnSpPr>
        <p:spPr>
          <a:xfrm>
            <a:off x="7823814" y="3240504"/>
            <a:ext cx="1490075" cy="598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67EDD37-307B-C904-0290-CBAE5CD69417}"/>
              </a:ext>
            </a:extLst>
          </p:cNvPr>
          <p:cNvSpPr txBox="1"/>
          <p:nvPr/>
        </p:nvSpPr>
        <p:spPr>
          <a:xfrm>
            <a:off x="9368698" y="117631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COW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7B5E1-8619-E6C0-30F5-C896FDE76A9C}"/>
              </a:ext>
            </a:extLst>
          </p:cNvPr>
          <p:cNvSpPr txBox="1"/>
          <p:nvPr/>
        </p:nvSpPr>
        <p:spPr>
          <a:xfrm>
            <a:off x="9514544" y="810495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readonly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216A3-D9DA-1802-EB88-0F79E32AC11C}"/>
              </a:ext>
            </a:extLst>
          </p:cNvPr>
          <p:cNvSpPr txBox="1"/>
          <p:nvPr/>
        </p:nvSpPr>
        <p:spPr>
          <a:xfrm>
            <a:off x="5278147" y="40889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B2DD5-1BA9-9E2B-8E0D-D02FD56AA5E3}"/>
              </a:ext>
            </a:extLst>
          </p:cNvPr>
          <p:cNvSpPr txBox="1"/>
          <p:nvPr/>
        </p:nvSpPr>
        <p:spPr>
          <a:xfrm>
            <a:off x="8596692" y="4112152"/>
            <a:ext cx="35830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copy_mm()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//mm = dup_mm();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 mm = oldmm;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6CD553-6A21-5889-8761-4C0F8144FCA2}"/>
              </a:ext>
            </a:extLst>
          </p:cNvPr>
          <p:cNvSpPr/>
          <p:nvPr/>
        </p:nvSpPr>
        <p:spPr>
          <a:xfrm>
            <a:off x="670995" y="10835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B039D4-D803-7175-C1FB-EAA894EDEDFA}"/>
              </a:ext>
            </a:extLst>
          </p:cNvPr>
          <p:cNvSpPr/>
          <p:nvPr/>
        </p:nvSpPr>
        <p:spPr>
          <a:xfrm>
            <a:off x="670995" y="13883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6AB0EB-BB24-781E-20FB-1F7CE42A0468}"/>
              </a:ext>
            </a:extLst>
          </p:cNvPr>
          <p:cNvSpPr/>
          <p:nvPr/>
        </p:nvSpPr>
        <p:spPr>
          <a:xfrm>
            <a:off x="670995" y="16931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03F65A-DF58-6A04-285A-52EFF665FB2A}"/>
              </a:ext>
            </a:extLst>
          </p:cNvPr>
          <p:cNvSpPr/>
          <p:nvPr/>
        </p:nvSpPr>
        <p:spPr>
          <a:xfrm>
            <a:off x="670995" y="19979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74E779-2C8D-8649-9DC5-8DC9E50BD0EA}"/>
              </a:ext>
            </a:extLst>
          </p:cNvPr>
          <p:cNvSpPr/>
          <p:nvPr/>
        </p:nvSpPr>
        <p:spPr>
          <a:xfrm>
            <a:off x="670995" y="23027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C1DA5-AAF6-C035-1DEA-72329FBE4BFA}"/>
              </a:ext>
            </a:extLst>
          </p:cNvPr>
          <p:cNvSpPr txBox="1"/>
          <p:nvPr/>
        </p:nvSpPr>
        <p:spPr>
          <a:xfrm>
            <a:off x="799332" y="7306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task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A991B3-78A1-64BC-5F6B-7BA00FB29794}"/>
              </a:ext>
            </a:extLst>
          </p:cNvPr>
          <p:cNvSpPr txBox="1"/>
          <p:nvPr/>
        </p:nvSpPr>
        <p:spPr>
          <a:xfrm>
            <a:off x="241903" y="138837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553F5A8-7242-9A2C-F663-B6846E02828C}"/>
              </a:ext>
            </a:extLst>
          </p:cNvPr>
          <p:cNvSpPr/>
          <p:nvPr/>
        </p:nvSpPr>
        <p:spPr>
          <a:xfrm>
            <a:off x="2103195" y="10835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7D913A-D201-951C-62AB-58E04F062365}"/>
              </a:ext>
            </a:extLst>
          </p:cNvPr>
          <p:cNvSpPr/>
          <p:nvPr/>
        </p:nvSpPr>
        <p:spPr>
          <a:xfrm>
            <a:off x="2103195" y="13883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B378A2-C485-FC08-7AEA-76B48F84CEB8}"/>
              </a:ext>
            </a:extLst>
          </p:cNvPr>
          <p:cNvSpPr/>
          <p:nvPr/>
        </p:nvSpPr>
        <p:spPr>
          <a:xfrm>
            <a:off x="2103195" y="16931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61E446-CB3D-36CA-062E-8FFEC8098E08}"/>
              </a:ext>
            </a:extLst>
          </p:cNvPr>
          <p:cNvSpPr/>
          <p:nvPr/>
        </p:nvSpPr>
        <p:spPr>
          <a:xfrm>
            <a:off x="2103195" y="19979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E39231-2CD9-FA95-2EF0-FC64FC607DC6}"/>
              </a:ext>
            </a:extLst>
          </p:cNvPr>
          <p:cNvSpPr/>
          <p:nvPr/>
        </p:nvSpPr>
        <p:spPr>
          <a:xfrm>
            <a:off x="2103195" y="23027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4F67D2-41D4-0A0E-4AC6-E21E195242EB}"/>
              </a:ext>
            </a:extLst>
          </p:cNvPr>
          <p:cNvSpPr txBox="1"/>
          <p:nvPr/>
        </p:nvSpPr>
        <p:spPr>
          <a:xfrm>
            <a:off x="2231532" y="73064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mm_struct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D44147F-C332-1F2F-9B21-310B038BF72F}"/>
              </a:ext>
            </a:extLst>
          </p:cNvPr>
          <p:cNvCxnSpPr>
            <a:stCxn id="10" idx="3"/>
            <a:endCxn id="34" idx="1"/>
          </p:cNvCxnSpPr>
          <p:nvPr/>
        </p:nvCxnSpPr>
        <p:spPr>
          <a:xfrm flipV="1">
            <a:off x="1595892" y="1235970"/>
            <a:ext cx="507303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A78F08D-B6B6-F8DD-A98F-D17750AC0BF5}"/>
              </a:ext>
            </a:extLst>
          </p:cNvPr>
          <p:cNvSpPr txBox="1"/>
          <p:nvPr/>
        </p:nvSpPr>
        <p:spPr>
          <a:xfrm>
            <a:off x="3473758" y="134133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vm_area_struct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F002250-2F38-B49B-1ED4-71D598A31D05}"/>
              </a:ext>
            </a:extLst>
          </p:cNvPr>
          <p:cNvSpPr/>
          <p:nvPr/>
        </p:nvSpPr>
        <p:spPr>
          <a:xfrm>
            <a:off x="3932965" y="1754515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2095A3D-EA46-D631-EABB-15B99F415BE3}"/>
              </a:ext>
            </a:extLst>
          </p:cNvPr>
          <p:cNvSpPr/>
          <p:nvPr/>
        </p:nvSpPr>
        <p:spPr>
          <a:xfrm>
            <a:off x="3932965" y="2059315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2D9A949-5E7C-BDA0-A5A8-3D360CAAACF6}"/>
              </a:ext>
            </a:extLst>
          </p:cNvPr>
          <p:cNvCxnSpPr>
            <a:cxnSpLocks/>
            <a:stCxn id="34" idx="3"/>
            <a:endCxn id="47" idx="1"/>
          </p:cNvCxnSpPr>
          <p:nvPr/>
        </p:nvCxnSpPr>
        <p:spPr>
          <a:xfrm>
            <a:off x="3028092" y="1235970"/>
            <a:ext cx="904873" cy="67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8AC85C5-9C10-3BFE-550C-60AB6C526050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857862" y="1498023"/>
            <a:ext cx="1238137" cy="408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B5F3D35-9AA7-E40B-6D6E-187EDE17DCE1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4857862" y="2205607"/>
            <a:ext cx="1238137" cy="6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C9BE494-858C-0A67-19DD-9C792E72740F}"/>
              </a:ext>
            </a:extLst>
          </p:cNvPr>
          <p:cNvSpPr/>
          <p:nvPr/>
        </p:nvSpPr>
        <p:spPr>
          <a:xfrm>
            <a:off x="3932964" y="2366756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8A345B-6C98-37E1-AFCE-9B821FB82950}"/>
              </a:ext>
            </a:extLst>
          </p:cNvPr>
          <p:cNvSpPr/>
          <p:nvPr/>
        </p:nvSpPr>
        <p:spPr>
          <a:xfrm>
            <a:off x="3960193" y="3095442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25099F-1AF3-9A37-BD39-D3DC0AE35725}"/>
              </a:ext>
            </a:extLst>
          </p:cNvPr>
          <p:cNvSpPr/>
          <p:nvPr/>
        </p:nvSpPr>
        <p:spPr>
          <a:xfrm>
            <a:off x="3960193" y="3400242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1F5919F-B489-C6EB-4ABC-6199F2872140}"/>
              </a:ext>
            </a:extLst>
          </p:cNvPr>
          <p:cNvSpPr/>
          <p:nvPr/>
        </p:nvSpPr>
        <p:spPr>
          <a:xfrm>
            <a:off x="3960192" y="3707683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09B3CAF-623A-4C58-E41D-ADF383DE3F01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4885090" y="2560267"/>
            <a:ext cx="1238139" cy="687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032BE9A-B4A1-0634-DFA3-93D426B70EC0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4885090" y="3258462"/>
            <a:ext cx="1210909" cy="294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38552B07-3926-E791-205B-C9C04F6A005C}"/>
              </a:ext>
            </a:extLst>
          </p:cNvPr>
          <p:cNvCxnSpPr>
            <a:stCxn id="58" idx="3"/>
            <a:endCxn id="60" idx="1"/>
          </p:cNvCxnSpPr>
          <p:nvPr/>
        </p:nvCxnSpPr>
        <p:spPr>
          <a:xfrm flipH="1">
            <a:off x="3960193" y="2519156"/>
            <a:ext cx="897668" cy="728686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04D57C-F4D7-A092-3255-E08BFC4EED2F}"/>
              </a:ext>
            </a:extLst>
          </p:cNvPr>
          <p:cNvSpPr/>
          <p:nvPr/>
        </p:nvSpPr>
        <p:spPr>
          <a:xfrm>
            <a:off x="670995" y="36408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45A8301-E4DE-DBE7-177A-CCCA3929A7A9}"/>
              </a:ext>
            </a:extLst>
          </p:cNvPr>
          <p:cNvSpPr/>
          <p:nvPr/>
        </p:nvSpPr>
        <p:spPr>
          <a:xfrm>
            <a:off x="670995" y="39456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7460238-9C94-DB08-E912-505FA2FF144E}"/>
              </a:ext>
            </a:extLst>
          </p:cNvPr>
          <p:cNvSpPr/>
          <p:nvPr/>
        </p:nvSpPr>
        <p:spPr>
          <a:xfrm>
            <a:off x="670995" y="42504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4D91CB8-321F-A9A6-4244-D0D672E07CB0}"/>
              </a:ext>
            </a:extLst>
          </p:cNvPr>
          <p:cNvSpPr/>
          <p:nvPr/>
        </p:nvSpPr>
        <p:spPr>
          <a:xfrm>
            <a:off x="670995" y="45552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F967CED-796D-7DCA-E9EE-32AC2E0CB11E}"/>
              </a:ext>
            </a:extLst>
          </p:cNvPr>
          <p:cNvSpPr/>
          <p:nvPr/>
        </p:nvSpPr>
        <p:spPr>
          <a:xfrm>
            <a:off x="670995" y="48600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A334A2-4C9C-C02E-741E-6ED4E43FF88B}"/>
              </a:ext>
            </a:extLst>
          </p:cNvPr>
          <p:cNvSpPr txBox="1"/>
          <p:nvPr/>
        </p:nvSpPr>
        <p:spPr>
          <a:xfrm>
            <a:off x="799332" y="32879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task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900DFA-2FE2-B6D2-9640-D54F4E620334}"/>
              </a:ext>
            </a:extLst>
          </p:cNvPr>
          <p:cNvSpPr txBox="1"/>
          <p:nvPr/>
        </p:nvSpPr>
        <p:spPr>
          <a:xfrm>
            <a:off x="241903" y="394563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FBDE189-DBDD-2582-96C7-FD24ED88EFE8}"/>
              </a:ext>
            </a:extLst>
          </p:cNvPr>
          <p:cNvCxnSpPr>
            <a:cxnSpLocks/>
            <a:stCxn id="72" idx="3"/>
            <a:endCxn id="34" idx="1"/>
          </p:cNvCxnSpPr>
          <p:nvPr/>
        </p:nvCxnSpPr>
        <p:spPr>
          <a:xfrm flipV="1">
            <a:off x="1595892" y="1235970"/>
            <a:ext cx="507303" cy="286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44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32FA10E-DCDC-8A0C-B14B-472149B1323B}"/>
              </a:ext>
            </a:extLst>
          </p:cNvPr>
          <p:cNvGrpSpPr/>
          <p:nvPr/>
        </p:nvGrpSpPr>
        <p:grpSpPr>
          <a:xfrm>
            <a:off x="2374231" y="705853"/>
            <a:ext cx="8187488" cy="4283241"/>
            <a:chOff x="633663" y="165757"/>
            <a:chExt cx="11581076" cy="60585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F1A314-18B4-B8DA-B011-5E8D0294C80B}"/>
                </a:ext>
              </a:extLst>
            </p:cNvPr>
            <p:cNvSpPr txBox="1"/>
            <p:nvPr/>
          </p:nvSpPr>
          <p:spPr>
            <a:xfrm>
              <a:off x="4772527" y="1307431"/>
              <a:ext cx="2905022" cy="14366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int main()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{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    fork();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    printf("after\n");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}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BF004CD-7691-A837-E716-AC880520F45D}"/>
                </a:ext>
              </a:extLst>
            </p:cNvPr>
            <p:cNvSpPr/>
            <p:nvPr/>
          </p:nvSpPr>
          <p:spPr>
            <a:xfrm>
              <a:off x="1564106" y="842211"/>
              <a:ext cx="1732547" cy="5382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ACB61A4-F48E-4C68-A377-73DD18E0E6A2}"/>
                </a:ext>
              </a:extLst>
            </p:cNvPr>
            <p:cNvSpPr/>
            <p:nvPr/>
          </p:nvSpPr>
          <p:spPr>
            <a:xfrm>
              <a:off x="1564105" y="1524000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011F72-D1CD-925C-6B6B-EC968251368E}"/>
                </a:ext>
              </a:extLst>
            </p:cNvPr>
            <p:cNvSpPr txBox="1"/>
            <p:nvPr/>
          </p:nvSpPr>
          <p:spPr>
            <a:xfrm>
              <a:off x="633663" y="1499937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.text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B5542F9-61B8-4338-A5B6-99A1B51DE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652" y="1307432"/>
              <a:ext cx="1475875" cy="1925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B209405-0953-851E-01BE-D4D08BB187B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2" y="2229852"/>
              <a:ext cx="1475875" cy="5549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B4BF0F6D-9618-6907-2394-D9750491A53E}"/>
                </a:ext>
              </a:extLst>
            </p:cNvPr>
            <p:cNvSpPr/>
            <p:nvPr/>
          </p:nvSpPr>
          <p:spPr>
            <a:xfrm>
              <a:off x="4895624" y="2173704"/>
              <a:ext cx="408927" cy="280737"/>
            </a:xfrm>
            <a:prstGeom prst="rightArrow">
              <a:avLst/>
            </a:prstGeom>
            <a:solidFill>
              <a:srgbClr val="FF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EA4420-E553-12E0-B231-8342CA217780}"/>
                </a:ext>
              </a:extLst>
            </p:cNvPr>
            <p:cNvSpPr txBox="1"/>
            <p:nvPr/>
          </p:nvSpPr>
          <p:spPr>
            <a:xfrm>
              <a:off x="1852862" y="448998"/>
              <a:ext cx="982248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parent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46377E3-560F-0C73-FBC6-5D9BF0E57E58}"/>
                </a:ext>
              </a:extLst>
            </p:cNvPr>
            <p:cNvSpPr/>
            <p:nvPr/>
          </p:nvSpPr>
          <p:spPr>
            <a:xfrm>
              <a:off x="8959517" y="737937"/>
              <a:ext cx="1732547" cy="5382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1FEA4DD-F43D-1B68-EAEB-F7FA9DA667AE}"/>
                </a:ext>
              </a:extLst>
            </p:cNvPr>
            <p:cNvSpPr/>
            <p:nvPr/>
          </p:nvSpPr>
          <p:spPr>
            <a:xfrm>
              <a:off x="8959516" y="1419726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E88C5B-F608-586D-DC0B-CF6F40DB8AF6}"/>
                </a:ext>
              </a:extLst>
            </p:cNvPr>
            <p:cNvSpPr txBox="1"/>
            <p:nvPr/>
          </p:nvSpPr>
          <p:spPr>
            <a:xfrm>
              <a:off x="10692063" y="1275712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.text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8BBBDD9-BB99-C316-C090-DAC1B7641489}"/>
                </a:ext>
              </a:extLst>
            </p:cNvPr>
            <p:cNvSpPr txBox="1"/>
            <p:nvPr/>
          </p:nvSpPr>
          <p:spPr>
            <a:xfrm>
              <a:off x="9248273" y="344725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child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4667736-6ADC-0265-E612-44344858E8C4}"/>
                </a:ext>
              </a:extLst>
            </p:cNvPr>
            <p:cNvCxnSpPr>
              <a:cxnSpLocks/>
            </p:cNvCxnSpPr>
            <p:nvPr/>
          </p:nvCxnSpPr>
          <p:spPr>
            <a:xfrm>
              <a:off x="7743212" y="1307432"/>
              <a:ext cx="1216304" cy="1122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5D60784-40D2-6850-8E44-B5F67E5D6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212" y="2125578"/>
              <a:ext cx="1216304" cy="659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26C4D12-E427-8A1C-F055-693B97DA7C2B}"/>
                </a:ext>
              </a:extLst>
            </p:cNvPr>
            <p:cNvSpPr/>
            <p:nvPr/>
          </p:nvSpPr>
          <p:spPr>
            <a:xfrm>
              <a:off x="1564105" y="2582778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41AF0E-4959-F934-17B6-00C38FAC20F2}"/>
                </a:ext>
              </a:extLst>
            </p:cNvPr>
            <p:cNvSpPr txBox="1"/>
            <p:nvPr/>
          </p:nvSpPr>
          <p:spPr>
            <a:xfrm>
              <a:off x="633663" y="2558714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.data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9117126-BCB0-FA29-8938-A098F240F658}"/>
                </a:ext>
              </a:extLst>
            </p:cNvPr>
            <p:cNvSpPr/>
            <p:nvPr/>
          </p:nvSpPr>
          <p:spPr>
            <a:xfrm>
              <a:off x="4772527" y="3210239"/>
              <a:ext cx="1732547" cy="7058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5EC2D5B-9537-0094-2185-5D070474CBD4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2" y="2582778"/>
              <a:ext cx="1485342" cy="62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EEFF5DF-92E0-24B4-697E-C0368E8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3291919" y="3288630"/>
              <a:ext cx="1490075" cy="5984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754380C-1B2A-BDDD-38BA-76D8C1FFF5AB}"/>
                </a:ext>
              </a:extLst>
            </p:cNvPr>
            <p:cNvSpPr/>
            <p:nvPr/>
          </p:nvSpPr>
          <p:spPr>
            <a:xfrm>
              <a:off x="8967797" y="2691062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9DB6388-8B3A-6638-BDDB-B0771843D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9843" y="2691062"/>
              <a:ext cx="1597954" cy="16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B363D18-CE8D-3AB3-6AE3-7022DE9CA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066" y="3376129"/>
              <a:ext cx="1596450" cy="1681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BE109B-E47B-B333-72F9-66C45AE9F474}"/>
                </a:ext>
              </a:extLst>
            </p:cNvPr>
            <p:cNvSpPr txBox="1"/>
            <p:nvPr/>
          </p:nvSpPr>
          <p:spPr>
            <a:xfrm>
              <a:off x="10871970" y="3037783"/>
              <a:ext cx="1342769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++global;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2F09D38-4FD2-0D14-2D22-E097E306A671}"/>
                </a:ext>
              </a:extLst>
            </p:cNvPr>
            <p:cNvSpPr/>
            <p:nvPr/>
          </p:nvSpPr>
          <p:spPr>
            <a:xfrm>
              <a:off x="5630519" y="4352049"/>
              <a:ext cx="1732547" cy="7058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Consolas" panose="020B0609020204030204" pitchFamily="49" charset="0"/>
                </a:rPr>
                <a:t>7</a:t>
              </a:r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7EDD37-307B-C904-0290-CBAE5CD69417}"/>
                </a:ext>
              </a:extLst>
            </p:cNvPr>
            <p:cNvSpPr txBox="1"/>
            <p:nvPr/>
          </p:nvSpPr>
          <p:spPr>
            <a:xfrm>
              <a:off x="4836803" y="165757"/>
              <a:ext cx="737367" cy="478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>
                  <a:latin typeface="Consolas" panose="020B0609020204030204" pitchFamily="49" charset="0"/>
                </a:rPr>
                <a:t>COW</a:t>
              </a:r>
              <a:endParaRPr lang="ko-KR" altLang="en-US" sz="1600">
                <a:latin typeface="Consolas" panose="020B0609020204030204" pitchFamily="49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647B5E1-8619-E6C0-30F5-C896FDE76A9C}"/>
                </a:ext>
              </a:extLst>
            </p:cNvPr>
            <p:cNvSpPr txBox="1"/>
            <p:nvPr/>
          </p:nvSpPr>
          <p:spPr>
            <a:xfrm>
              <a:off x="4982649" y="858621"/>
              <a:ext cx="1530965" cy="478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>
                  <a:latin typeface="Consolas" panose="020B0609020204030204" pitchFamily="49" charset="0"/>
                </a:rPr>
                <a:t>readonly</a:t>
              </a:r>
              <a:endParaRPr lang="ko-KR" altLang="en-US" sz="1600">
                <a:latin typeface="Consolas" panose="020B0609020204030204" pitchFamily="49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BFA3B1-FAAA-988E-25DD-A7B1ED4B1FEA}"/>
              </a:ext>
            </a:extLst>
          </p:cNvPr>
          <p:cNvSpPr txBox="1"/>
          <p:nvPr/>
        </p:nvSpPr>
        <p:spPr>
          <a:xfrm>
            <a:off x="2366962" y="1658037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.text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D0091-E1B1-44A1-44D0-E0D9708AAF99}"/>
              </a:ext>
            </a:extLst>
          </p:cNvPr>
          <p:cNvSpPr txBox="1"/>
          <p:nvPr/>
        </p:nvSpPr>
        <p:spPr>
          <a:xfrm>
            <a:off x="2366962" y="2391901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.data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B297FF-B545-0A14-4C88-98FF77D93757}"/>
              </a:ext>
            </a:extLst>
          </p:cNvPr>
          <p:cNvSpPr/>
          <p:nvPr/>
        </p:nvSpPr>
        <p:spPr>
          <a:xfrm>
            <a:off x="-748327" y="1402800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A53263-F962-19DF-30F5-8341CB6DF3B1}"/>
              </a:ext>
            </a:extLst>
          </p:cNvPr>
          <p:cNvSpPr/>
          <p:nvPr/>
        </p:nvSpPr>
        <p:spPr>
          <a:xfrm>
            <a:off x="-748327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605BB1-46EB-472C-5587-F330D0CE8910}"/>
              </a:ext>
            </a:extLst>
          </p:cNvPr>
          <p:cNvSpPr/>
          <p:nvPr/>
        </p:nvSpPr>
        <p:spPr>
          <a:xfrm>
            <a:off x="-748327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F262A6-82C5-3B0D-2BB0-B5CE2F6B2506}"/>
              </a:ext>
            </a:extLst>
          </p:cNvPr>
          <p:cNvSpPr/>
          <p:nvPr/>
        </p:nvSpPr>
        <p:spPr>
          <a:xfrm>
            <a:off x="-748327" y="203659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2FEBBC-DB0A-AFF2-2BE1-C51F2E8DAD8A}"/>
              </a:ext>
            </a:extLst>
          </p:cNvPr>
          <p:cNvSpPr/>
          <p:nvPr/>
        </p:nvSpPr>
        <p:spPr>
          <a:xfrm>
            <a:off x="-748327" y="224785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E6E6BC-583D-D1D9-1118-C22FAB8F444F}"/>
              </a:ext>
            </a:extLst>
          </p:cNvPr>
          <p:cNvSpPr txBox="1"/>
          <p:nvPr/>
        </p:nvSpPr>
        <p:spPr>
          <a:xfrm>
            <a:off x="-659374" y="115817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B9244-DAB6-CC85-2B1D-F7DF19E6DDE2}"/>
              </a:ext>
            </a:extLst>
          </p:cNvPr>
          <p:cNvSpPr txBox="1"/>
          <p:nvPr/>
        </p:nvSpPr>
        <p:spPr>
          <a:xfrm>
            <a:off x="-1045741" y="16140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76308D-9AD8-0F52-C9F2-1D4287EC6272}"/>
              </a:ext>
            </a:extLst>
          </p:cNvPr>
          <p:cNvSpPr/>
          <p:nvPr/>
        </p:nvSpPr>
        <p:spPr>
          <a:xfrm>
            <a:off x="244365" y="1402800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11B1D2-42EA-2486-2A66-09ABC56E6B36}"/>
              </a:ext>
            </a:extLst>
          </p:cNvPr>
          <p:cNvSpPr/>
          <p:nvPr/>
        </p:nvSpPr>
        <p:spPr>
          <a:xfrm>
            <a:off x="244365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CB9D19-7BEF-43C4-09CD-CE4E434DBF2D}"/>
              </a:ext>
            </a:extLst>
          </p:cNvPr>
          <p:cNvSpPr/>
          <p:nvPr/>
        </p:nvSpPr>
        <p:spPr>
          <a:xfrm>
            <a:off x="244365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17C696-7536-4FE1-7143-9AF5779AB111}"/>
              </a:ext>
            </a:extLst>
          </p:cNvPr>
          <p:cNvSpPr/>
          <p:nvPr/>
        </p:nvSpPr>
        <p:spPr>
          <a:xfrm>
            <a:off x="244365" y="203659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AD4C4B6-864E-5C94-5F7E-114E0CFC6304}"/>
              </a:ext>
            </a:extLst>
          </p:cNvPr>
          <p:cNvSpPr/>
          <p:nvPr/>
        </p:nvSpPr>
        <p:spPr>
          <a:xfrm>
            <a:off x="244365" y="224785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9E8B13-6DA0-47B1-CA59-59EB1C89FB4B}"/>
              </a:ext>
            </a:extLst>
          </p:cNvPr>
          <p:cNvSpPr txBox="1"/>
          <p:nvPr/>
        </p:nvSpPr>
        <p:spPr>
          <a:xfrm>
            <a:off x="333319" y="1158179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1149217-E089-093B-06EF-70853EB1B8D7}"/>
              </a:ext>
            </a:extLst>
          </p:cNvPr>
          <p:cNvCxnSpPr>
            <a:stCxn id="12" idx="3"/>
            <a:endCxn id="36" idx="1"/>
          </p:cNvCxnSpPr>
          <p:nvPr/>
        </p:nvCxnSpPr>
        <p:spPr>
          <a:xfrm flipV="1">
            <a:off x="-107259" y="1508433"/>
            <a:ext cx="351624" cy="211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ED309EC-BE81-8541-3087-48AFF4D59A86}"/>
              </a:ext>
            </a:extLst>
          </p:cNvPr>
          <p:cNvSpPr txBox="1"/>
          <p:nvPr/>
        </p:nvSpPr>
        <p:spPr>
          <a:xfrm>
            <a:off x="1194335" y="158146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vm_area_struct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28CB16A-BEFE-99CE-4882-ACAA4A3A7911}"/>
              </a:ext>
            </a:extLst>
          </p:cNvPr>
          <p:cNvSpPr/>
          <p:nvPr/>
        </p:nvSpPr>
        <p:spPr>
          <a:xfrm>
            <a:off x="1512622" y="186784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F8F1A9E-5EB6-3556-DAD7-9FB4629FA080}"/>
              </a:ext>
            </a:extLst>
          </p:cNvPr>
          <p:cNvSpPr/>
          <p:nvPr/>
        </p:nvSpPr>
        <p:spPr>
          <a:xfrm>
            <a:off x="1512622" y="207911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918FFCB-A5EA-93FE-7D08-8A5142C360BB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885433" y="1508433"/>
            <a:ext cx="627189" cy="465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7BE6A19-91CF-01C8-C5E5-750FA4C0E8DA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153690" y="1690068"/>
            <a:ext cx="858182" cy="28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B22F567-1D7A-C024-0CF8-987933D5538F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153690" y="2180511"/>
            <a:ext cx="858182" cy="4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4C4E27-DC0D-7274-9D2B-E4D6119DF461}"/>
              </a:ext>
            </a:extLst>
          </p:cNvPr>
          <p:cNvSpPr/>
          <p:nvPr/>
        </p:nvSpPr>
        <p:spPr>
          <a:xfrm>
            <a:off x="1512621" y="229220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0CC5844-F419-FE7D-B87A-CE44771BAE52}"/>
              </a:ext>
            </a:extLst>
          </p:cNvPr>
          <p:cNvSpPr/>
          <p:nvPr/>
        </p:nvSpPr>
        <p:spPr>
          <a:xfrm>
            <a:off x="1531495" y="279727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0A3BA8D-0430-7A0B-AFA0-ADB26DED5857}"/>
              </a:ext>
            </a:extLst>
          </p:cNvPr>
          <p:cNvSpPr/>
          <p:nvPr/>
        </p:nvSpPr>
        <p:spPr>
          <a:xfrm>
            <a:off x="1531495" y="300854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FA8AC1-6FDE-0AC5-948A-6F6AF3E5C2EF}"/>
              </a:ext>
            </a:extLst>
          </p:cNvPr>
          <p:cNvSpPr/>
          <p:nvPr/>
        </p:nvSpPr>
        <p:spPr>
          <a:xfrm>
            <a:off x="1531494" y="322163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3D48EB5-5B8F-0882-1183-CCFB1B9F0F8B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2172563" y="2426334"/>
            <a:ext cx="858184" cy="476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8A25621-3F04-9D28-FB0E-510EBCBEFD08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2172563" y="2910270"/>
            <a:ext cx="839310" cy="203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9D014060-0598-7724-3FF5-ADAB5D078CE0}"/>
              </a:ext>
            </a:extLst>
          </p:cNvPr>
          <p:cNvCxnSpPr>
            <a:stCxn id="51" idx="3"/>
            <a:endCxn id="52" idx="1"/>
          </p:cNvCxnSpPr>
          <p:nvPr/>
        </p:nvCxnSpPr>
        <p:spPr>
          <a:xfrm flipH="1">
            <a:off x="1531495" y="2397839"/>
            <a:ext cx="622195" cy="505070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F182BCB-0DBB-E8AC-D7F4-99B5D3E9BA26}"/>
              </a:ext>
            </a:extLst>
          </p:cNvPr>
          <p:cNvSpPr/>
          <p:nvPr/>
        </p:nvSpPr>
        <p:spPr>
          <a:xfrm>
            <a:off x="-748327" y="317529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F20761-C8AF-6384-89E7-D1F7D837595F}"/>
              </a:ext>
            </a:extLst>
          </p:cNvPr>
          <p:cNvSpPr/>
          <p:nvPr/>
        </p:nvSpPr>
        <p:spPr>
          <a:xfrm>
            <a:off x="-748327" y="338656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8D88B3E-A88E-9481-7892-60418698D4CA}"/>
              </a:ext>
            </a:extLst>
          </p:cNvPr>
          <p:cNvSpPr/>
          <p:nvPr/>
        </p:nvSpPr>
        <p:spPr>
          <a:xfrm>
            <a:off x="-748327" y="359782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551B7A-170B-8B9B-D94C-DAFF9D1FA768}"/>
              </a:ext>
            </a:extLst>
          </p:cNvPr>
          <p:cNvSpPr/>
          <p:nvPr/>
        </p:nvSpPr>
        <p:spPr>
          <a:xfrm>
            <a:off x="-748327" y="380909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A9E4929-1465-BCBF-20AD-373098D90217}"/>
              </a:ext>
            </a:extLst>
          </p:cNvPr>
          <p:cNvSpPr/>
          <p:nvPr/>
        </p:nvSpPr>
        <p:spPr>
          <a:xfrm>
            <a:off x="-748327" y="402035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7EFA37-5C9A-B58B-9D92-A8FC6128C3A6}"/>
              </a:ext>
            </a:extLst>
          </p:cNvPr>
          <p:cNvSpPr txBox="1"/>
          <p:nvPr/>
        </p:nvSpPr>
        <p:spPr>
          <a:xfrm>
            <a:off x="-659374" y="2930678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B34DC3-56B8-675C-B110-B05A4DB47B7F}"/>
              </a:ext>
            </a:extLst>
          </p:cNvPr>
          <p:cNvSpPr txBox="1"/>
          <p:nvPr/>
        </p:nvSpPr>
        <p:spPr>
          <a:xfrm>
            <a:off x="-1045741" y="338656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37F5808-AF15-8CED-5601-50A80ED2712F}"/>
              </a:ext>
            </a:extLst>
          </p:cNvPr>
          <p:cNvCxnSpPr>
            <a:cxnSpLocks/>
            <a:stCxn id="59" idx="3"/>
            <a:endCxn id="36" idx="1"/>
          </p:cNvCxnSpPr>
          <p:nvPr/>
        </p:nvCxnSpPr>
        <p:spPr>
          <a:xfrm flipV="1">
            <a:off x="-107259" y="1508433"/>
            <a:ext cx="351624" cy="1983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F621876-A5B3-D629-5790-FD8B784FCC98}"/>
              </a:ext>
            </a:extLst>
          </p:cNvPr>
          <p:cNvSpPr/>
          <p:nvPr/>
        </p:nvSpPr>
        <p:spPr>
          <a:xfrm>
            <a:off x="12590150" y="98027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67425C-66B2-3E53-8967-023DCA795C22}"/>
              </a:ext>
            </a:extLst>
          </p:cNvPr>
          <p:cNvSpPr/>
          <p:nvPr/>
        </p:nvSpPr>
        <p:spPr>
          <a:xfrm>
            <a:off x="12590150" y="119153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AFB770E-39EA-EE12-5335-2D451DBDA3DD}"/>
              </a:ext>
            </a:extLst>
          </p:cNvPr>
          <p:cNvSpPr/>
          <p:nvPr/>
        </p:nvSpPr>
        <p:spPr>
          <a:xfrm>
            <a:off x="12590150" y="140280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DA53C3C-065F-43F8-5B1E-F935948F3D0F}"/>
              </a:ext>
            </a:extLst>
          </p:cNvPr>
          <p:cNvSpPr/>
          <p:nvPr/>
        </p:nvSpPr>
        <p:spPr>
          <a:xfrm>
            <a:off x="12590150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047BE9A-90D0-8306-FFD2-B396F8007960}"/>
              </a:ext>
            </a:extLst>
          </p:cNvPr>
          <p:cNvSpPr/>
          <p:nvPr/>
        </p:nvSpPr>
        <p:spPr>
          <a:xfrm>
            <a:off x="12590150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9CADF3-8E3C-0656-5AE9-F49B2C3D19CA}"/>
              </a:ext>
            </a:extLst>
          </p:cNvPr>
          <p:cNvSpPr txBox="1"/>
          <p:nvPr/>
        </p:nvSpPr>
        <p:spPr>
          <a:xfrm>
            <a:off x="12679103" y="73565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B6FD4C-94BB-A4F7-AED2-D5E5DBF4A912}"/>
              </a:ext>
            </a:extLst>
          </p:cNvPr>
          <p:cNvSpPr txBox="1"/>
          <p:nvPr/>
        </p:nvSpPr>
        <p:spPr>
          <a:xfrm>
            <a:off x="12292736" y="119153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0BA216D-6FB4-4CA6-254B-E77E2175AB21}"/>
              </a:ext>
            </a:extLst>
          </p:cNvPr>
          <p:cNvSpPr/>
          <p:nvPr/>
        </p:nvSpPr>
        <p:spPr>
          <a:xfrm>
            <a:off x="11534950" y="236004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7BC7681-FBD7-8AF2-79FA-066BB3629C43}"/>
              </a:ext>
            </a:extLst>
          </p:cNvPr>
          <p:cNvSpPr/>
          <p:nvPr/>
        </p:nvSpPr>
        <p:spPr>
          <a:xfrm>
            <a:off x="11534950" y="257130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F197CA9-A784-DEE3-B1D1-052FD738B57E}"/>
              </a:ext>
            </a:extLst>
          </p:cNvPr>
          <p:cNvSpPr/>
          <p:nvPr/>
        </p:nvSpPr>
        <p:spPr>
          <a:xfrm>
            <a:off x="11534950" y="278257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F7BF3D3-363C-A014-6FD5-66B540BD6C6F}"/>
              </a:ext>
            </a:extLst>
          </p:cNvPr>
          <p:cNvSpPr/>
          <p:nvPr/>
        </p:nvSpPr>
        <p:spPr>
          <a:xfrm>
            <a:off x="11534950" y="299383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FE2759A-460A-39B0-6B38-5BC63FACDDEF}"/>
              </a:ext>
            </a:extLst>
          </p:cNvPr>
          <p:cNvSpPr/>
          <p:nvPr/>
        </p:nvSpPr>
        <p:spPr>
          <a:xfrm>
            <a:off x="11534950" y="320509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90FC0B-1E67-ADB4-3A59-09367B084B29}"/>
              </a:ext>
            </a:extLst>
          </p:cNvPr>
          <p:cNvSpPr txBox="1"/>
          <p:nvPr/>
        </p:nvSpPr>
        <p:spPr>
          <a:xfrm>
            <a:off x="11623904" y="2115421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6890198-2E9E-8E86-7651-D881CC2BA1AD}"/>
              </a:ext>
            </a:extLst>
          </p:cNvPr>
          <p:cNvSpPr/>
          <p:nvPr/>
        </p:nvSpPr>
        <p:spPr>
          <a:xfrm>
            <a:off x="10415227" y="232743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50624D8-86CC-FC6E-ADFE-66AE5F68781B}"/>
              </a:ext>
            </a:extLst>
          </p:cNvPr>
          <p:cNvSpPr/>
          <p:nvPr/>
        </p:nvSpPr>
        <p:spPr>
          <a:xfrm>
            <a:off x="10415227" y="2538704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2BAA8E-61F1-9F12-CF9D-090E66F3DB0A}"/>
              </a:ext>
            </a:extLst>
          </p:cNvPr>
          <p:cNvCxnSpPr>
            <a:cxnSpLocks/>
            <a:stCxn id="77" idx="1"/>
            <a:endCxn id="83" idx="3"/>
          </p:cNvCxnSpPr>
          <p:nvPr/>
        </p:nvCxnSpPr>
        <p:spPr>
          <a:xfrm flipH="1" flipV="1">
            <a:off x="11056295" y="2433071"/>
            <a:ext cx="478655" cy="32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D4BBCD1-F836-FAFF-4580-3F91072FACBC}"/>
              </a:ext>
            </a:extLst>
          </p:cNvPr>
          <p:cNvSpPr/>
          <p:nvPr/>
        </p:nvSpPr>
        <p:spPr>
          <a:xfrm>
            <a:off x="10415226" y="275179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8425182-352F-C73E-E192-1415E7E52352}"/>
              </a:ext>
            </a:extLst>
          </p:cNvPr>
          <p:cNvSpPr/>
          <p:nvPr/>
        </p:nvSpPr>
        <p:spPr>
          <a:xfrm>
            <a:off x="10434100" y="325686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39C5BE3-74EE-6E1E-18C8-A0C4D2F3FF50}"/>
              </a:ext>
            </a:extLst>
          </p:cNvPr>
          <p:cNvSpPr/>
          <p:nvPr/>
        </p:nvSpPr>
        <p:spPr>
          <a:xfrm>
            <a:off x="10434100" y="346813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0B14C10-FF4D-4C0D-C235-AC97BED58D4A}"/>
              </a:ext>
            </a:extLst>
          </p:cNvPr>
          <p:cNvSpPr/>
          <p:nvPr/>
        </p:nvSpPr>
        <p:spPr>
          <a:xfrm>
            <a:off x="10434099" y="368122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C503B39-C427-7AA0-E18E-A45EEA3198C9}"/>
              </a:ext>
            </a:extLst>
          </p:cNvPr>
          <p:cNvCxnSpPr>
            <a:stCxn id="86" idx="3"/>
            <a:endCxn id="87" idx="1"/>
          </p:cNvCxnSpPr>
          <p:nvPr/>
        </p:nvCxnSpPr>
        <p:spPr>
          <a:xfrm flipH="1">
            <a:off x="10434100" y="2857430"/>
            <a:ext cx="622195" cy="505070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B81CCCDF-4795-9817-0A92-E100F417EF75}"/>
              </a:ext>
            </a:extLst>
          </p:cNvPr>
          <p:cNvCxnSpPr>
            <a:cxnSpLocks/>
            <a:stCxn id="74" idx="3"/>
            <a:endCxn id="77" idx="3"/>
          </p:cNvCxnSpPr>
          <p:nvPr/>
        </p:nvCxnSpPr>
        <p:spPr>
          <a:xfrm flipH="1">
            <a:off x="12176018" y="1345425"/>
            <a:ext cx="500156" cy="1120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80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80491b6 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220434" y="3956565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6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80491b6, 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mov    80491bc,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379638" y="471500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6319157" y="403315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6588578" y="355962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43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804919f,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80491b6, 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mov    80491bc,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83695" y="403315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6319157" y="403315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804919f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6588578" y="355962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5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  pop   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push   804919f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pop   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push   80491b6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push   80491bc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432648" y="2527814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8450035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8719456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9560378" y="3086100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9829799" y="261257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88361-7E31-FF82-E5FD-3C13E1537E11}"/>
              </a:ext>
            </a:extLst>
          </p:cNvPr>
          <p:cNvSpPr/>
          <p:nvPr/>
        </p:nvSpPr>
        <p:spPr>
          <a:xfrm>
            <a:off x="6600766" y="816326"/>
            <a:ext cx="1453243" cy="43311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05272E9-1E73-D27A-8537-1DC60C4DEB6A}"/>
              </a:ext>
            </a:extLst>
          </p:cNvPr>
          <p:cNvSpPr/>
          <p:nvPr/>
        </p:nvSpPr>
        <p:spPr>
          <a:xfrm>
            <a:off x="6043525" y="327387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E8739-F14C-8D12-6716-5E5FD85C6C45}"/>
              </a:ext>
            </a:extLst>
          </p:cNvPr>
          <p:cNvSpPr/>
          <p:nvPr/>
        </p:nvSpPr>
        <p:spPr>
          <a:xfrm>
            <a:off x="10205357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566CE-1B7E-610E-69EE-7EF5836634B7}"/>
              </a:ext>
            </a:extLst>
          </p:cNvPr>
          <p:cNvSpPr txBox="1"/>
          <p:nvPr/>
        </p:nvSpPr>
        <p:spPr>
          <a:xfrm>
            <a:off x="10474778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FFBE40-7AE6-986B-1177-15EEAC65A36C}"/>
              </a:ext>
            </a:extLst>
          </p:cNvPr>
          <p:cNvSpPr/>
          <p:nvPr/>
        </p:nvSpPr>
        <p:spPr>
          <a:xfrm>
            <a:off x="6599299" y="344532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5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call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call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341863" y="671187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8450035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8719456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9560378" y="3086100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9829799" y="261257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88361-7E31-FF82-E5FD-3C13E1537E11}"/>
              </a:ext>
            </a:extLst>
          </p:cNvPr>
          <p:cNvSpPr/>
          <p:nvPr/>
        </p:nvSpPr>
        <p:spPr>
          <a:xfrm>
            <a:off x="6600766" y="816326"/>
            <a:ext cx="1453243" cy="43311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05272E9-1E73-D27A-8537-1DC60C4DEB6A}"/>
              </a:ext>
            </a:extLst>
          </p:cNvPr>
          <p:cNvSpPr/>
          <p:nvPr/>
        </p:nvSpPr>
        <p:spPr>
          <a:xfrm>
            <a:off x="6043525" y="327387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E8739-F14C-8D12-6716-5E5FD85C6C45}"/>
              </a:ext>
            </a:extLst>
          </p:cNvPr>
          <p:cNvSpPr/>
          <p:nvPr/>
        </p:nvSpPr>
        <p:spPr>
          <a:xfrm>
            <a:off x="10205357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566CE-1B7E-610E-69EE-7EF5836634B7}"/>
              </a:ext>
            </a:extLst>
          </p:cNvPr>
          <p:cNvSpPr txBox="1"/>
          <p:nvPr/>
        </p:nvSpPr>
        <p:spPr>
          <a:xfrm>
            <a:off x="10474778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FFBE40-7AE6-986B-1177-15EEAC65A36C}"/>
              </a:ext>
            </a:extLst>
          </p:cNvPr>
          <p:cNvSpPr/>
          <p:nvPr/>
        </p:nvSpPr>
        <p:spPr>
          <a:xfrm>
            <a:off x="6599299" y="344532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748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67365" y="383721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8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67365" y="383721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2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EA7B8-B1A7-9532-BA71-19DEA1F0F854}"/>
              </a:ext>
            </a:extLst>
          </p:cNvPr>
          <p:cNvSpPr txBox="1"/>
          <p:nvPr/>
        </p:nvSpPr>
        <p:spPr>
          <a:xfrm>
            <a:off x="296779" y="256674"/>
            <a:ext cx="51235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생성자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generate(nums ...int) &lt;-chan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out := make(chan 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go func()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defer close(out)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for _, n := range nums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out &lt;- n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out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두루마리 모양: 세로로 말림 3">
            <a:extLst>
              <a:ext uri="{FF2B5EF4-FFF2-40B4-BE49-F238E27FC236}">
                <a16:creationId xmlns:a16="http://schemas.microsoft.com/office/drawing/2014/main" id="{F4427EE7-4376-C0F5-E1CF-4766EAFEADE4}"/>
              </a:ext>
            </a:extLst>
          </p:cNvPr>
          <p:cNvSpPr/>
          <p:nvPr/>
        </p:nvSpPr>
        <p:spPr>
          <a:xfrm>
            <a:off x="6082655" y="1296944"/>
            <a:ext cx="571431" cy="521369"/>
          </a:xfrm>
          <a:prstGeom prst="verticalScroll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4ACA0-27D6-0297-8B29-70E519386B0B}"/>
              </a:ext>
            </a:extLst>
          </p:cNvPr>
          <p:cNvSpPr txBox="1"/>
          <p:nvPr/>
        </p:nvSpPr>
        <p:spPr>
          <a:xfrm>
            <a:off x="5834003" y="909103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generate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17DD-2208-ECB4-567F-B1A657CDFAF7}"/>
              </a:ext>
            </a:extLst>
          </p:cNvPr>
          <p:cNvSpPr txBox="1"/>
          <p:nvPr/>
        </p:nvSpPr>
        <p:spPr>
          <a:xfrm>
            <a:off x="7700211" y="256673"/>
            <a:ext cx="51235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square(in &lt;-chan int) &lt;-chan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out := make(chan 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go func()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defer close(out)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for n := range in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out &lt;- n * n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out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원통형 6">
            <a:extLst>
              <a:ext uri="{FF2B5EF4-FFF2-40B4-BE49-F238E27FC236}">
                <a16:creationId xmlns:a16="http://schemas.microsoft.com/office/drawing/2014/main" id="{9C2B1972-03E6-EE8C-DC00-6300F69A76F5}"/>
              </a:ext>
            </a:extLst>
          </p:cNvPr>
          <p:cNvSpPr/>
          <p:nvPr/>
        </p:nvSpPr>
        <p:spPr>
          <a:xfrm rot="5400000">
            <a:off x="5856716" y="2104178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19058B-14AF-DD80-E66C-E73BE75183A0}"/>
              </a:ext>
            </a:extLst>
          </p:cNvPr>
          <p:cNvSpPr/>
          <p:nvPr/>
        </p:nvSpPr>
        <p:spPr>
          <a:xfrm>
            <a:off x="5151451" y="2406315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20BC814-679B-B95B-2A4F-C41506292C69}"/>
              </a:ext>
            </a:extLst>
          </p:cNvPr>
          <p:cNvSpPr/>
          <p:nvPr/>
        </p:nvSpPr>
        <p:spPr>
          <a:xfrm>
            <a:off x="6788507" y="2290010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원통형 12">
            <a:extLst>
              <a:ext uri="{FF2B5EF4-FFF2-40B4-BE49-F238E27FC236}">
                <a16:creationId xmlns:a16="http://schemas.microsoft.com/office/drawing/2014/main" id="{8EDE5512-B5A1-9B97-5179-5EDE0560485C}"/>
              </a:ext>
            </a:extLst>
          </p:cNvPr>
          <p:cNvSpPr/>
          <p:nvPr/>
        </p:nvSpPr>
        <p:spPr>
          <a:xfrm rot="5400000">
            <a:off x="10556291" y="2104178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30D3A49-5DD7-43A2-D8C6-9538BAAABB13}"/>
              </a:ext>
            </a:extLst>
          </p:cNvPr>
          <p:cNvSpPr/>
          <p:nvPr/>
        </p:nvSpPr>
        <p:spPr>
          <a:xfrm>
            <a:off x="9851026" y="2406315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B6C586B-3438-88FD-539C-FBE6E6976477}"/>
              </a:ext>
            </a:extLst>
          </p:cNvPr>
          <p:cNvSpPr/>
          <p:nvPr/>
        </p:nvSpPr>
        <p:spPr>
          <a:xfrm rot="2700000">
            <a:off x="11417064" y="2867519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6B6288-B79B-E934-3C95-D99D8FAD39CB}"/>
              </a:ext>
            </a:extLst>
          </p:cNvPr>
          <p:cNvSpPr/>
          <p:nvPr/>
        </p:nvSpPr>
        <p:spPr>
          <a:xfrm>
            <a:off x="10652543" y="2279387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ED2A08B-8616-F74A-736D-A69607442CD3}"/>
              </a:ext>
            </a:extLst>
          </p:cNvPr>
          <p:cNvSpPr/>
          <p:nvPr/>
        </p:nvSpPr>
        <p:spPr>
          <a:xfrm>
            <a:off x="5810700" y="2290010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두루마리 모양: 세로로 말림 17">
            <a:extLst>
              <a:ext uri="{FF2B5EF4-FFF2-40B4-BE49-F238E27FC236}">
                <a16:creationId xmlns:a16="http://schemas.microsoft.com/office/drawing/2014/main" id="{05434A43-DD60-CE7E-FCAC-9F4403A5ACD5}"/>
              </a:ext>
            </a:extLst>
          </p:cNvPr>
          <p:cNvSpPr/>
          <p:nvPr/>
        </p:nvSpPr>
        <p:spPr>
          <a:xfrm>
            <a:off x="6040612" y="3737811"/>
            <a:ext cx="571431" cy="521369"/>
          </a:xfrm>
          <a:prstGeom prst="verticalScroll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C0086-AEE7-FEB1-7ADF-FE8945DB9DC8}"/>
              </a:ext>
            </a:extLst>
          </p:cNvPr>
          <p:cNvSpPr txBox="1"/>
          <p:nvPr/>
        </p:nvSpPr>
        <p:spPr>
          <a:xfrm>
            <a:off x="5791960" y="334997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generate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원통형 19">
            <a:extLst>
              <a:ext uri="{FF2B5EF4-FFF2-40B4-BE49-F238E27FC236}">
                <a16:creationId xmlns:a16="http://schemas.microsoft.com/office/drawing/2014/main" id="{16086ACC-3005-5DDF-F124-9FF425AAB3A4}"/>
              </a:ext>
            </a:extLst>
          </p:cNvPr>
          <p:cNvSpPr/>
          <p:nvPr/>
        </p:nvSpPr>
        <p:spPr>
          <a:xfrm rot="5400000">
            <a:off x="5814673" y="4545045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10D1528F-7BE8-56AD-4C07-9233F1B5ABCD}"/>
              </a:ext>
            </a:extLst>
          </p:cNvPr>
          <p:cNvSpPr/>
          <p:nvPr/>
        </p:nvSpPr>
        <p:spPr>
          <a:xfrm>
            <a:off x="5109408" y="4847182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C887B56-8963-BB51-78C1-D8BA34A6AA3C}"/>
              </a:ext>
            </a:extLst>
          </p:cNvPr>
          <p:cNvSpPr/>
          <p:nvPr/>
        </p:nvSpPr>
        <p:spPr>
          <a:xfrm>
            <a:off x="6746464" y="4730877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6B30BE-1139-AC1A-A101-574D1014F4C8}"/>
              </a:ext>
            </a:extLst>
          </p:cNvPr>
          <p:cNvSpPr/>
          <p:nvPr/>
        </p:nvSpPr>
        <p:spPr>
          <a:xfrm>
            <a:off x="5768657" y="4730877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원통형 23">
            <a:extLst>
              <a:ext uri="{FF2B5EF4-FFF2-40B4-BE49-F238E27FC236}">
                <a16:creationId xmlns:a16="http://schemas.microsoft.com/office/drawing/2014/main" id="{D981E26F-CB5E-348B-6A9B-D87D54D69FB9}"/>
              </a:ext>
            </a:extLst>
          </p:cNvPr>
          <p:cNvSpPr/>
          <p:nvPr/>
        </p:nvSpPr>
        <p:spPr>
          <a:xfrm rot="5400000">
            <a:off x="10556291" y="4459416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57041C57-79E7-4BF2-6723-DA4E001B4C42}"/>
              </a:ext>
            </a:extLst>
          </p:cNvPr>
          <p:cNvSpPr/>
          <p:nvPr/>
        </p:nvSpPr>
        <p:spPr>
          <a:xfrm>
            <a:off x="9851026" y="4761553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60F8C7E-BC8F-8D43-699C-274435F8ABCA}"/>
              </a:ext>
            </a:extLst>
          </p:cNvPr>
          <p:cNvSpPr/>
          <p:nvPr/>
        </p:nvSpPr>
        <p:spPr>
          <a:xfrm rot="18900000">
            <a:off x="11417063" y="4259180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1829CC1-4DC8-82F1-E2C2-7DBEE76B8032}"/>
              </a:ext>
            </a:extLst>
          </p:cNvPr>
          <p:cNvSpPr/>
          <p:nvPr/>
        </p:nvSpPr>
        <p:spPr>
          <a:xfrm>
            <a:off x="10652543" y="4634625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원통형 27">
            <a:extLst>
              <a:ext uri="{FF2B5EF4-FFF2-40B4-BE49-F238E27FC236}">
                <a16:creationId xmlns:a16="http://schemas.microsoft.com/office/drawing/2014/main" id="{34C6B001-B788-1F2A-3017-397E82E59076}"/>
              </a:ext>
            </a:extLst>
          </p:cNvPr>
          <p:cNvSpPr/>
          <p:nvPr/>
        </p:nvSpPr>
        <p:spPr>
          <a:xfrm rot="5400000">
            <a:off x="12016883" y="3240337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A6620D8-A825-62D9-8C7D-068B5A6836E1}"/>
              </a:ext>
            </a:extLst>
          </p:cNvPr>
          <p:cNvSpPr/>
          <p:nvPr/>
        </p:nvSpPr>
        <p:spPr>
          <a:xfrm>
            <a:off x="12948674" y="3426169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0BE9AA3-5B54-FC07-885A-3CAFA3665042}"/>
              </a:ext>
            </a:extLst>
          </p:cNvPr>
          <p:cNvSpPr/>
          <p:nvPr/>
        </p:nvSpPr>
        <p:spPr>
          <a:xfrm>
            <a:off x="12113135" y="3415546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3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2210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 = count;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local = local+1;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count = local;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6931811" y="3312332"/>
            <a:ext cx="2210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 = count;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local = local+1;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count = local;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2077452" y="4232747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2A420FC-889D-56EB-B1A9-06B74665858B}"/>
              </a:ext>
            </a:extLst>
          </p:cNvPr>
          <p:cNvSpPr/>
          <p:nvPr/>
        </p:nvSpPr>
        <p:spPr>
          <a:xfrm>
            <a:off x="6578884" y="4058926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493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2015351" y="5221349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2A420FC-889D-56EB-B1A9-06B74665858B}"/>
              </a:ext>
            </a:extLst>
          </p:cNvPr>
          <p:cNvSpPr/>
          <p:nvPr/>
        </p:nvSpPr>
        <p:spPr>
          <a:xfrm>
            <a:off x="7215572" y="5208318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81673" y="398610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count,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79826" y="439836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inc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79826" y="485201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eax, 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2269A-06FA-68B2-DBDD-599B51AE44D1}"/>
              </a:ext>
            </a:extLst>
          </p:cNvPr>
          <p:cNvSpPr txBox="1"/>
          <p:nvPr/>
        </p:nvSpPr>
        <p:spPr>
          <a:xfrm>
            <a:off x="7624873" y="398610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count,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761766-1C1F-D6CE-5F1F-3B3E0BE899C2}"/>
              </a:ext>
            </a:extLst>
          </p:cNvPr>
          <p:cNvSpPr txBox="1"/>
          <p:nvPr/>
        </p:nvSpPr>
        <p:spPr>
          <a:xfrm>
            <a:off x="7623026" y="439836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inc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623708-F30E-8C7D-AC31-BF3F9AEB3C9A}"/>
              </a:ext>
            </a:extLst>
          </p:cNvPr>
          <p:cNvSpPr txBox="1"/>
          <p:nvPr/>
        </p:nvSpPr>
        <p:spPr>
          <a:xfrm>
            <a:off x="7623026" y="485201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eax, count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8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833483" y="6311756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3527" y="2178080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1FF70-AAF0-DAFD-989E-56EF277B5F6D}"/>
              </a:ext>
            </a:extLst>
          </p:cNvPr>
          <p:cNvSpPr txBox="1"/>
          <p:nvPr/>
        </p:nvSpPr>
        <p:spPr>
          <a:xfrm>
            <a:off x="7466302" y="3890666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055187" y="4404057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59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942941" y="6002944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7537" y="2202144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1FF70-AAF0-DAFD-989E-56EF277B5F6D}"/>
              </a:ext>
            </a:extLst>
          </p:cNvPr>
          <p:cNvSpPr txBox="1"/>
          <p:nvPr/>
        </p:nvSpPr>
        <p:spPr>
          <a:xfrm>
            <a:off x="7466302" y="3890666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086390" y="5788018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06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876866" y="3696521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7537" y="2202144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CAS(mu)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101133" y="3850839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F463F-7B51-5DE5-4E26-41A9EB8E8BB0}"/>
              </a:ext>
            </a:extLst>
          </p:cNvPr>
          <p:cNvSpPr txBox="1"/>
          <p:nvPr/>
        </p:nvSpPr>
        <p:spPr>
          <a:xfrm>
            <a:off x="794084" y="28875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CAS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6B98A-2BB6-22BA-CAB0-8B2976396E95}"/>
              </a:ext>
            </a:extLst>
          </p:cNvPr>
          <p:cNvSpPr txBox="1"/>
          <p:nvPr/>
        </p:nvSpPr>
        <p:spPr>
          <a:xfrm>
            <a:off x="7373968" y="390597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CAS(mu)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6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39C84C4B-458E-8A06-FF36-1DBFF95B364C}"/>
              </a:ext>
            </a:extLst>
          </p:cNvPr>
          <p:cNvSpPr/>
          <p:nvPr/>
        </p:nvSpPr>
        <p:spPr>
          <a:xfrm>
            <a:off x="762000" y="729915"/>
            <a:ext cx="3272589" cy="3272589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5368DC1-35DA-FBDE-D189-C02B08D8AFBB}"/>
              </a:ext>
            </a:extLst>
          </p:cNvPr>
          <p:cNvSpPr/>
          <p:nvPr/>
        </p:nvSpPr>
        <p:spPr>
          <a:xfrm>
            <a:off x="2181728" y="850232"/>
            <a:ext cx="368968" cy="3689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3A9923-63AB-64DD-EBD5-F05F481ADC7E}"/>
              </a:ext>
            </a:extLst>
          </p:cNvPr>
          <p:cNvSpPr/>
          <p:nvPr/>
        </p:nvSpPr>
        <p:spPr>
          <a:xfrm>
            <a:off x="1026696" y="1668379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FA890C-8F86-9159-5A68-7EEAEE9CE1A2}"/>
              </a:ext>
            </a:extLst>
          </p:cNvPr>
          <p:cNvSpPr/>
          <p:nvPr/>
        </p:nvSpPr>
        <p:spPr>
          <a:xfrm>
            <a:off x="1171075" y="2959770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BDAB1C8-7C6C-2A31-4245-66834FFBCC02}"/>
              </a:ext>
            </a:extLst>
          </p:cNvPr>
          <p:cNvSpPr/>
          <p:nvPr/>
        </p:nvSpPr>
        <p:spPr>
          <a:xfrm>
            <a:off x="2727159" y="3360822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E98D949-337F-6535-CC50-E60EF5980AA5}"/>
              </a:ext>
            </a:extLst>
          </p:cNvPr>
          <p:cNvSpPr/>
          <p:nvPr/>
        </p:nvSpPr>
        <p:spPr>
          <a:xfrm>
            <a:off x="3457075" y="1965157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D9D11B8-8ACD-BF35-A969-DE7CC0A666D5}"/>
              </a:ext>
            </a:extLst>
          </p:cNvPr>
          <p:cNvCxnSpPr/>
          <p:nvPr/>
        </p:nvCxnSpPr>
        <p:spPr>
          <a:xfrm>
            <a:off x="1832814" y="717884"/>
            <a:ext cx="489283" cy="63366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2121FBB-6E1D-EB87-B0B7-333CB1F41DF7}"/>
              </a:ext>
            </a:extLst>
          </p:cNvPr>
          <p:cNvCxnSpPr>
            <a:cxnSpLocks/>
          </p:cNvCxnSpPr>
          <p:nvPr/>
        </p:nvCxnSpPr>
        <p:spPr>
          <a:xfrm flipH="1">
            <a:off x="3321719" y="1451809"/>
            <a:ext cx="399044" cy="7138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011B08D-021D-D36F-55D5-D254C852BFC8}"/>
              </a:ext>
            </a:extLst>
          </p:cNvPr>
          <p:cNvCxnSpPr>
            <a:cxnSpLocks/>
          </p:cNvCxnSpPr>
          <p:nvPr/>
        </p:nvCxnSpPr>
        <p:spPr>
          <a:xfrm flipV="1">
            <a:off x="553455" y="2115550"/>
            <a:ext cx="810127" cy="7620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C135438-C567-5CBE-4BAF-3BF3F9ADD61F}"/>
              </a:ext>
            </a:extLst>
          </p:cNvPr>
          <p:cNvCxnSpPr>
            <a:cxnSpLocks/>
          </p:cNvCxnSpPr>
          <p:nvPr/>
        </p:nvCxnSpPr>
        <p:spPr>
          <a:xfrm flipV="1">
            <a:off x="1451313" y="2919667"/>
            <a:ext cx="276728" cy="76199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E02670C-8750-4AD6-671D-C81BD19EB1CF}"/>
              </a:ext>
            </a:extLst>
          </p:cNvPr>
          <p:cNvCxnSpPr>
            <a:cxnSpLocks/>
          </p:cNvCxnSpPr>
          <p:nvPr/>
        </p:nvCxnSpPr>
        <p:spPr>
          <a:xfrm flipH="1" flipV="1">
            <a:off x="2805366" y="3180349"/>
            <a:ext cx="697831" cy="38099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3910B4-C73E-11F2-3385-EB7DD8CD4184}"/>
              </a:ext>
            </a:extLst>
          </p:cNvPr>
          <p:cNvSpPr txBox="1"/>
          <p:nvPr/>
        </p:nvSpPr>
        <p:spPr>
          <a:xfrm>
            <a:off x="4711525" y="676322"/>
            <a:ext cx="15103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01317-D5A6-2291-D7F6-59FE575E04E7}"/>
              </a:ext>
            </a:extLst>
          </p:cNvPr>
          <p:cNvSpPr txBox="1"/>
          <p:nvPr/>
        </p:nvSpPr>
        <p:spPr>
          <a:xfrm>
            <a:off x="7214093" y="650251"/>
            <a:ext cx="3365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mu1.Lock()  // </a:t>
            </a:r>
            <a:r>
              <a:rPr lang="ko-KR" altLang="en-US">
                <a:latin typeface="Consolas" panose="020B0609020204030204" pitchFamily="49" charset="0"/>
              </a:rPr>
              <a:t>데드락 가능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DDA10-F93E-D705-5481-646E6116E673}"/>
              </a:ext>
            </a:extLst>
          </p:cNvPr>
          <p:cNvSpPr txBox="1"/>
          <p:nvPr/>
        </p:nvSpPr>
        <p:spPr>
          <a:xfrm>
            <a:off x="4925427" y="1991228"/>
            <a:ext cx="17043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mu1.Unlock()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mu2.Unlock()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CC938-8E98-8058-268D-5A999D28BD46}"/>
              </a:ext>
            </a:extLst>
          </p:cNvPr>
          <p:cNvSpPr txBox="1"/>
          <p:nvPr/>
        </p:nvSpPr>
        <p:spPr>
          <a:xfrm>
            <a:off x="7427995" y="1965157"/>
            <a:ext cx="30668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mu1.Unlock()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mu2.Unlock()</a:t>
            </a:r>
            <a:endParaRPr lang="ko-KR" altLang="en-US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ED6F277-E4B2-AB47-81EA-3F93BFF3DF48}"/>
              </a:ext>
            </a:extLst>
          </p:cNvPr>
          <p:cNvCxnSpPr/>
          <p:nvPr/>
        </p:nvCxnSpPr>
        <p:spPr>
          <a:xfrm flipH="1">
            <a:off x="6096000" y="1098884"/>
            <a:ext cx="1179095" cy="35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52CEEBF-E064-7E7A-65A6-13C964D10CC0}"/>
              </a:ext>
            </a:extLst>
          </p:cNvPr>
          <p:cNvCxnSpPr>
            <a:cxnSpLocks/>
          </p:cNvCxnSpPr>
          <p:nvPr/>
        </p:nvCxnSpPr>
        <p:spPr>
          <a:xfrm>
            <a:off x="6153228" y="1137987"/>
            <a:ext cx="1131110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F5774134-6E2D-2F92-F3D8-92CFF8B920B2}"/>
              </a:ext>
            </a:extLst>
          </p:cNvPr>
          <p:cNvSpPr/>
          <p:nvPr/>
        </p:nvSpPr>
        <p:spPr>
          <a:xfrm>
            <a:off x="4580522" y="3902237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7CEECE6-37B6-65F4-EF4B-EDC32CB44EA7}"/>
              </a:ext>
            </a:extLst>
          </p:cNvPr>
          <p:cNvSpPr/>
          <p:nvPr/>
        </p:nvSpPr>
        <p:spPr>
          <a:xfrm>
            <a:off x="7086257" y="3119319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F505DA-CDD3-E949-EB55-CA60C5C93BDD}"/>
              </a:ext>
            </a:extLst>
          </p:cNvPr>
          <p:cNvSpPr txBox="1"/>
          <p:nvPr/>
        </p:nvSpPr>
        <p:spPr>
          <a:xfrm>
            <a:off x="4925427" y="4255296"/>
            <a:ext cx="17043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mu2.Unlock()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mu1.Unlock()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46BB9-9C57-2E50-275E-0155F90639C0}"/>
              </a:ext>
            </a:extLst>
          </p:cNvPr>
          <p:cNvSpPr txBox="1"/>
          <p:nvPr/>
        </p:nvSpPr>
        <p:spPr>
          <a:xfrm>
            <a:off x="7427995" y="4229225"/>
            <a:ext cx="30668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mu2.Unlock()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mu1.Unlock()</a:t>
            </a:r>
            <a:endParaRPr lang="ko-KR" altLang="en-US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E073A8AB-5B82-0C15-76AF-CD49D05F5C74}"/>
              </a:ext>
            </a:extLst>
          </p:cNvPr>
          <p:cNvSpPr/>
          <p:nvPr/>
        </p:nvSpPr>
        <p:spPr>
          <a:xfrm>
            <a:off x="4539072" y="6204822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87FFBE0-819C-B26F-D8CC-2696B9E5F194}"/>
              </a:ext>
            </a:extLst>
          </p:cNvPr>
          <p:cNvSpPr/>
          <p:nvPr/>
        </p:nvSpPr>
        <p:spPr>
          <a:xfrm>
            <a:off x="7041640" y="4786829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25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</TotalTime>
  <Words>1656</Words>
  <Application>Microsoft Office PowerPoint</Application>
  <PresentationFormat>와이드스크린</PresentationFormat>
  <Paragraphs>495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22</cp:revision>
  <dcterms:created xsi:type="dcterms:W3CDTF">2026-05-04T10:27:52Z</dcterms:created>
  <dcterms:modified xsi:type="dcterms:W3CDTF">2026-06-10T08:39:19Z</dcterms:modified>
</cp:coreProperties>
</file>