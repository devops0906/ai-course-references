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91" autoAdjust="0"/>
    <p:restoredTop sz="96940" autoAdjust="0"/>
  </p:normalViewPr>
  <p:slideViewPr>
    <p:cSldViewPr snapToGrid="0">
      <p:cViewPr varScale="1">
        <p:scale>
          <a:sx n="119" d="100"/>
          <a:sy n="119" d="100"/>
        </p:scale>
        <p:origin x="7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C9B5D-06C9-1B8E-39DF-E397B7408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B9AA89-E75D-464D-B441-5B73CB36B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9B1639-FA62-5962-A9EF-BD5D349A8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323E61-5F8C-5D98-B561-891CBE78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AFF7AE-D5F3-12A9-48E9-70DF9D46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511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3A5BF-8A0A-0A47-5DB2-A8D2F5BA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D8C35-02F8-9347-4C6C-5BC70F99D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C2B6E6-BBE0-DF73-8C8E-60DF7CBFD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4434A4-82F6-031D-9322-F8BAEFDF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A7AA5-C148-8011-C41C-B7B661A7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500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6D13B-C2D6-2B93-996E-141DAF3E4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175BA6-482D-ACB1-C7DC-3A21C53B8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7FE09D-FA88-F29C-7731-E07A12C0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2A771B-2749-1EE2-7097-C26C60172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D9775A-4E2B-5BA3-2F2B-31DA86D3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756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73131-1792-5182-4607-38BDBF37B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2DDD3-5226-FC04-EC67-097740D02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447597-A5A3-5070-ABBA-C004D4991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F98B1D-5DF5-2658-5272-5FA7655A7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3722C2-C6FF-1C1A-F620-D9F49AF1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F4B086-F73C-B926-7669-77CD9A04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914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47AB9-88F0-8431-6943-EDD785BDA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6F20DD-D22D-367C-2593-D6CAF8E06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0FA8F1-ECC4-F3F9-9CAF-DFF635535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8E94C5-216F-4588-7B53-90E025EA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44A2C9-C75F-CB3E-2A96-F948A06CB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EF53E4-C7EC-2E3F-6CC6-BC771142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E00ABE-E784-2E06-2589-C3A5556C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0D4360-F397-E906-4F38-0A029364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98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6D1F6-B1EB-D16A-3B9C-82BEFCE9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8CB651-1640-1DA1-4CD1-B3F3F74F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8BAC04-D155-A611-5BCE-14F9D813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6B7E93-6018-95B5-CECC-9C601E3D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106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9AE76C-5175-65A7-CFD4-851AD223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B18171-CDB1-92D8-2460-C0A5D16E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23CC73-2F34-E5A8-A468-A68FB454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14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2B3DE5-D943-6ECA-5CC0-DC80AED89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11701C-9FE9-167B-5C42-49BBA6069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EEE5C2-4D88-F98D-5821-0EB1E37A2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9ED6F9-DFA5-B5AF-0879-898FBB17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B81557-7145-30ED-3964-EC9D48EA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B10D3B-4F75-27A6-7F77-C73D19FFA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122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9D9D8-1670-BD38-C439-09B6B0887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66A0CC-D0D6-5067-DA51-2D517C7B9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DDE10E-2856-AF26-C00D-9FFB71E81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5A1378-F14E-C49C-36DC-EF72F7C2F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22BEE5-DD4E-43E1-6837-A856A329B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B343A1-BAA4-9F88-16A4-AAD445BD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22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7D0080-AE06-5470-A74C-60DF1130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6289F4-FB1B-CD9F-56FC-57992FAA1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6396DC-F055-E2BF-CAD8-09B7C2209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92EF5B-F5A6-E1B0-6C7A-734CA2CA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2ED1D-BC0F-378C-92B0-BECD8982C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2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DE5143-486E-33DD-F02E-40497AB00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1546EE-3A5B-2FA6-8339-359C7B531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007875-53DC-8C94-92CF-F23B94DF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459135-8A88-0336-8E76-A7895D99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F4746F-A48E-7614-DA10-B07B369D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90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6B54E5-2F0F-3F69-DC12-3A1AB8015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753E17-D72F-3C84-DB6B-24DEF8415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57C714-47F5-F2C5-BFC6-7B3BCF46B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44133-BF68-4AD6-877A-08BD02C16225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574BE-6991-9128-E171-86850578F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855FDE-1ACD-2E6D-151E-CEAAE75EF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92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F99BB1-D239-1377-5A95-E113C16425BF}"/>
              </a:ext>
            </a:extLst>
          </p:cNvPr>
          <p:cNvSpPr txBox="1"/>
          <p:nvPr/>
        </p:nvSpPr>
        <p:spPr>
          <a:xfrm>
            <a:off x="513347" y="56147"/>
            <a:ext cx="499688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package errors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func New(text string) error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	return &amp;errorString{text}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type errorString struct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	s string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func (e *errorString) Error() string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	return e.s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514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F99BB1-D239-1377-5A95-E113C16425BF}"/>
              </a:ext>
            </a:extLst>
          </p:cNvPr>
          <p:cNvSpPr txBox="1"/>
          <p:nvPr/>
        </p:nvSpPr>
        <p:spPr>
          <a:xfrm>
            <a:off x="318354" y="136357"/>
            <a:ext cx="65902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/>
              <a:t>err := errors.New("파일 없음")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newErr := fmt.Errorf("</a:t>
            </a:r>
            <a:r>
              <a:rPr lang="ko-KR" altLang="en-US">
                <a:latin typeface="Consolas" panose="020B0609020204030204" pitchFamily="49" charset="0"/>
              </a:rPr>
              <a:t>설정 파일 읽기 실패</a:t>
            </a:r>
            <a:r>
              <a:rPr lang="en-US" altLang="ko-KR">
                <a:latin typeface="Consolas" panose="020B0609020204030204" pitchFamily="49" charset="0"/>
              </a:rPr>
              <a:t>: %w", err)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B2C475C-C6BB-C0EB-9839-D1BE73C79765}"/>
              </a:ext>
            </a:extLst>
          </p:cNvPr>
          <p:cNvSpPr/>
          <p:nvPr/>
        </p:nvSpPr>
        <p:spPr>
          <a:xfrm>
            <a:off x="8994093" y="5154069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5BAF26-98B1-D42B-664C-6C95AE7AC28A}"/>
              </a:ext>
            </a:extLst>
          </p:cNvPr>
          <p:cNvSpPr txBox="1"/>
          <p:nvPr/>
        </p:nvSpPr>
        <p:spPr>
          <a:xfrm>
            <a:off x="8560956" y="52423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CCC51-DB0D-290D-FC2F-D6B5ADBB48DC}"/>
              </a:ext>
            </a:extLst>
          </p:cNvPr>
          <p:cNvSpPr txBox="1"/>
          <p:nvPr/>
        </p:nvSpPr>
        <p:spPr>
          <a:xfrm>
            <a:off x="11520724" y="5214045"/>
            <a:ext cx="1633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DDA855E-D679-56AE-5D4B-B8F03C956872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10285483" y="5398711"/>
            <a:ext cx="1235241" cy="15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C70230C-A0AA-6F2A-BE10-16BEDD73A5CA}"/>
              </a:ext>
            </a:extLst>
          </p:cNvPr>
          <p:cNvSpPr txBox="1"/>
          <p:nvPr/>
        </p:nvSpPr>
        <p:spPr>
          <a:xfrm>
            <a:off x="197505" y="1054249"/>
            <a:ext cx="393235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type wrapError struct {</a:t>
            </a:r>
          </a:p>
          <a:p>
            <a:r>
              <a:rPr lang="en-US" altLang="ko-KR"/>
              <a:t>    msg string</a:t>
            </a:r>
          </a:p>
          <a:p>
            <a:r>
              <a:rPr lang="en-US" altLang="ko-KR"/>
              <a:t>    err error</a:t>
            </a:r>
          </a:p>
          <a:p>
            <a:r>
              <a:rPr lang="en-US" altLang="ko-KR"/>
              <a:t>}</a:t>
            </a:r>
          </a:p>
          <a:p>
            <a:endParaRPr lang="en-US" altLang="ko-KR"/>
          </a:p>
          <a:p>
            <a:r>
              <a:rPr lang="en-US" altLang="ko-KR"/>
              <a:t>func (e *wrapError) Error() string {</a:t>
            </a:r>
          </a:p>
          <a:p>
            <a:r>
              <a:rPr lang="en-US" altLang="ko-KR"/>
              <a:t>    return e.msg</a:t>
            </a:r>
          </a:p>
          <a:p>
            <a:r>
              <a:rPr lang="en-US" altLang="ko-KR"/>
              <a:t>}</a:t>
            </a:r>
          </a:p>
          <a:p>
            <a:endParaRPr lang="en-US" altLang="ko-KR"/>
          </a:p>
          <a:p>
            <a:r>
              <a:rPr lang="en-US" altLang="ko-KR"/>
              <a:t>func (e *wrapError) Unwrap() error {</a:t>
            </a:r>
          </a:p>
          <a:p>
            <a:r>
              <a:rPr lang="en-US" altLang="ko-KR"/>
              <a:t>    return e.err</a:t>
            </a:r>
          </a:p>
          <a:p>
            <a:r>
              <a:rPr lang="en-US" altLang="ko-KR"/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F4CF6FC-DFEC-ECCA-8B9F-A42DC539E3C3}"/>
              </a:ext>
            </a:extLst>
          </p:cNvPr>
          <p:cNvSpPr/>
          <p:nvPr/>
        </p:nvSpPr>
        <p:spPr>
          <a:xfrm>
            <a:off x="6845969" y="3215598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AEF06C-0AA7-3F59-9581-61C00F94F958}"/>
              </a:ext>
            </a:extLst>
          </p:cNvPr>
          <p:cNvSpPr/>
          <p:nvPr/>
        </p:nvSpPr>
        <p:spPr>
          <a:xfrm>
            <a:off x="6845969" y="3704882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4FC825-EA27-AED9-3B20-F85C37304754}"/>
              </a:ext>
            </a:extLst>
          </p:cNvPr>
          <p:cNvSpPr txBox="1"/>
          <p:nvPr/>
        </p:nvSpPr>
        <p:spPr>
          <a:xfrm>
            <a:off x="8781275" y="2398874"/>
            <a:ext cx="45320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설정 파일 읽기 실패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8FFFEC-318D-8382-B894-C1955D0B4873}"/>
              </a:ext>
            </a:extLst>
          </p:cNvPr>
          <p:cNvSpPr txBox="1"/>
          <p:nvPr/>
        </p:nvSpPr>
        <p:spPr>
          <a:xfrm>
            <a:off x="6297896" y="324367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87AC2A7-4EF3-E180-7BCF-6D9885760048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8137359" y="2598929"/>
            <a:ext cx="645433" cy="861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F893A4B-00B1-1155-E3A5-DFAE6FE26475}"/>
              </a:ext>
            </a:extLst>
          </p:cNvPr>
          <p:cNvSpPr txBox="1"/>
          <p:nvPr/>
        </p:nvSpPr>
        <p:spPr>
          <a:xfrm>
            <a:off x="6297896" y="3725597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F4A7C5A-373E-293C-3028-D1011EACB32D}"/>
              </a:ext>
            </a:extLst>
          </p:cNvPr>
          <p:cNvCxnSpPr>
            <a:cxnSpLocks/>
            <a:stCxn id="18" idx="3"/>
            <a:endCxn id="3" idx="0"/>
          </p:cNvCxnSpPr>
          <p:nvPr/>
        </p:nvCxnSpPr>
        <p:spPr>
          <a:xfrm>
            <a:off x="8137359" y="3949524"/>
            <a:ext cx="1502429" cy="1204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E021C33-C89C-37D9-3523-CA61ED0680C8}"/>
              </a:ext>
            </a:extLst>
          </p:cNvPr>
          <p:cNvSpPr/>
          <p:nvPr/>
        </p:nvSpPr>
        <p:spPr>
          <a:xfrm>
            <a:off x="5006506" y="1766411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CC4C610-C428-5D24-BBD9-01C32331187D}"/>
              </a:ext>
            </a:extLst>
          </p:cNvPr>
          <p:cNvSpPr/>
          <p:nvPr/>
        </p:nvSpPr>
        <p:spPr>
          <a:xfrm>
            <a:off x="5006506" y="2255695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9E1509-43F7-F3A2-4B87-C7B2D3D66D00}"/>
              </a:ext>
            </a:extLst>
          </p:cNvPr>
          <p:cNvSpPr txBox="1"/>
          <p:nvPr/>
        </p:nvSpPr>
        <p:spPr>
          <a:xfrm>
            <a:off x="4458433" y="179448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441EF6-5344-9431-6B03-0C49489B7350}"/>
              </a:ext>
            </a:extLst>
          </p:cNvPr>
          <p:cNvSpPr txBox="1"/>
          <p:nvPr/>
        </p:nvSpPr>
        <p:spPr>
          <a:xfrm>
            <a:off x="4458433" y="2276410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AAD3E3A-4220-12D3-5220-84D1F239BF8E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6297896" y="1027330"/>
            <a:ext cx="1009022" cy="983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E3C9CB6-FC15-6101-E2BD-F105ED54FCA0}"/>
              </a:ext>
            </a:extLst>
          </p:cNvPr>
          <p:cNvSpPr txBox="1"/>
          <p:nvPr/>
        </p:nvSpPr>
        <p:spPr>
          <a:xfrm>
            <a:off x="7373783" y="782688"/>
            <a:ext cx="4814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설정 파일 읽기 실패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..."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A8B55D5-6E7F-6557-E280-9022378775F2}"/>
              </a:ext>
            </a:extLst>
          </p:cNvPr>
          <p:cNvCxnSpPr>
            <a:cxnSpLocks/>
            <a:stCxn id="35" idx="3"/>
            <a:endCxn id="17" idx="0"/>
          </p:cNvCxnSpPr>
          <p:nvPr/>
        </p:nvCxnSpPr>
        <p:spPr>
          <a:xfrm>
            <a:off x="6297896" y="2500337"/>
            <a:ext cx="1193768" cy="7152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54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F99BB1-D239-1377-5A95-E113C16425BF}"/>
              </a:ext>
            </a:extLst>
          </p:cNvPr>
          <p:cNvSpPr txBox="1"/>
          <p:nvPr/>
        </p:nvSpPr>
        <p:spPr>
          <a:xfrm>
            <a:off x="318354" y="136357"/>
            <a:ext cx="65902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/>
              <a:t>err := errors.New("파일 없음")</a:t>
            </a:r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newErr := fmt.Errorf("</a:t>
            </a:r>
            <a:r>
              <a:rPr lang="ko-KR" altLang="en-US">
                <a:latin typeface="Consolas" panose="020B0609020204030204" pitchFamily="49" charset="0"/>
              </a:rPr>
              <a:t>설정 파일 읽기 실패</a:t>
            </a:r>
            <a:r>
              <a:rPr lang="en-US" altLang="ko-KR">
                <a:latin typeface="Consolas" panose="020B0609020204030204" pitchFamily="49" charset="0"/>
              </a:rPr>
              <a:t>: %w", err)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B2C475C-C6BB-C0EB-9839-D1BE73C79765}"/>
              </a:ext>
            </a:extLst>
          </p:cNvPr>
          <p:cNvSpPr/>
          <p:nvPr/>
        </p:nvSpPr>
        <p:spPr>
          <a:xfrm>
            <a:off x="8994093" y="5154069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5BAF26-98B1-D42B-664C-6C95AE7AC28A}"/>
              </a:ext>
            </a:extLst>
          </p:cNvPr>
          <p:cNvSpPr txBox="1"/>
          <p:nvPr/>
        </p:nvSpPr>
        <p:spPr>
          <a:xfrm>
            <a:off x="8560956" y="52423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CCC51-DB0D-290D-FC2F-D6B5ADBB48DC}"/>
              </a:ext>
            </a:extLst>
          </p:cNvPr>
          <p:cNvSpPr txBox="1"/>
          <p:nvPr/>
        </p:nvSpPr>
        <p:spPr>
          <a:xfrm>
            <a:off x="11520724" y="5214045"/>
            <a:ext cx="1633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DDA855E-D679-56AE-5D4B-B8F03C956872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10285483" y="5398711"/>
            <a:ext cx="1235241" cy="15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C70230C-A0AA-6F2A-BE10-16BEDD73A5CA}"/>
              </a:ext>
            </a:extLst>
          </p:cNvPr>
          <p:cNvSpPr txBox="1"/>
          <p:nvPr/>
        </p:nvSpPr>
        <p:spPr>
          <a:xfrm>
            <a:off x="197505" y="1054249"/>
            <a:ext cx="393235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type wrapError struct {</a:t>
            </a:r>
          </a:p>
          <a:p>
            <a:r>
              <a:rPr lang="en-US" altLang="ko-KR"/>
              <a:t>    msg string</a:t>
            </a:r>
          </a:p>
          <a:p>
            <a:r>
              <a:rPr lang="en-US" altLang="ko-KR"/>
              <a:t>    err error</a:t>
            </a:r>
          </a:p>
          <a:p>
            <a:r>
              <a:rPr lang="en-US" altLang="ko-KR"/>
              <a:t>}</a:t>
            </a:r>
          </a:p>
          <a:p>
            <a:endParaRPr lang="en-US" altLang="ko-KR"/>
          </a:p>
          <a:p>
            <a:r>
              <a:rPr lang="en-US" altLang="ko-KR"/>
              <a:t>func (e *wrapError) Error() string {</a:t>
            </a:r>
          </a:p>
          <a:p>
            <a:r>
              <a:rPr lang="en-US" altLang="ko-KR"/>
              <a:t>    return e.msg</a:t>
            </a:r>
          </a:p>
          <a:p>
            <a:r>
              <a:rPr lang="en-US" altLang="ko-KR"/>
              <a:t>}</a:t>
            </a:r>
          </a:p>
          <a:p>
            <a:endParaRPr lang="en-US" altLang="ko-KR"/>
          </a:p>
          <a:p>
            <a:r>
              <a:rPr lang="en-US" altLang="ko-KR"/>
              <a:t>func (e *wrapError) Unwrap() error {</a:t>
            </a:r>
          </a:p>
          <a:p>
            <a:r>
              <a:rPr lang="en-US" altLang="ko-KR"/>
              <a:t>    return e.err</a:t>
            </a:r>
          </a:p>
          <a:p>
            <a:r>
              <a:rPr lang="en-US" altLang="ko-KR"/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F4CF6FC-DFEC-ECCA-8B9F-A42DC539E3C3}"/>
              </a:ext>
            </a:extLst>
          </p:cNvPr>
          <p:cNvSpPr/>
          <p:nvPr/>
        </p:nvSpPr>
        <p:spPr>
          <a:xfrm>
            <a:off x="6845969" y="3215598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AEF06C-0AA7-3F59-9581-61C00F94F958}"/>
              </a:ext>
            </a:extLst>
          </p:cNvPr>
          <p:cNvSpPr/>
          <p:nvPr/>
        </p:nvSpPr>
        <p:spPr>
          <a:xfrm>
            <a:off x="6845969" y="3704882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4FC825-EA27-AED9-3B20-F85C37304754}"/>
              </a:ext>
            </a:extLst>
          </p:cNvPr>
          <p:cNvSpPr txBox="1"/>
          <p:nvPr/>
        </p:nvSpPr>
        <p:spPr>
          <a:xfrm>
            <a:off x="8781275" y="2398874"/>
            <a:ext cx="45320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설정 파일 읽기 실패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8FFFEC-318D-8382-B894-C1955D0B4873}"/>
              </a:ext>
            </a:extLst>
          </p:cNvPr>
          <p:cNvSpPr txBox="1"/>
          <p:nvPr/>
        </p:nvSpPr>
        <p:spPr>
          <a:xfrm>
            <a:off x="6297896" y="324367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87AC2A7-4EF3-E180-7BCF-6D9885760048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8137359" y="2598929"/>
            <a:ext cx="645433" cy="861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F893A4B-00B1-1155-E3A5-DFAE6FE26475}"/>
              </a:ext>
            </a:extLst>
          </p:cNvPr>
          <p:cNvSpPr txBox="1"/>
          <p:nvPr/>
        </p:nvSpPr>
        <p:spPr>
          <a:xfrm>
            <a:off x="6297896" y="3725597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F4A7C5A-373E-293C-3028-D1011EACB32D}"/>
              </a:ext>
            </a:extLst>
          </p:cNvPr>
          <p:cNvCxnSpPr>
            <a:cxnSpLocks/>
            <a:stCxn id="18" idx="3"/>
            <a:endCxn id="3" idx="0"/>
          </p:cNvCxnSpPr>
          <p:nvPr/>
        </p:nvCxnSpPr>
        <p:spPr>
          <a:xfrm>
            <a:off x="8137359" y="3949524"/>
            <a:ext cx="1502429" cy="1204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E021C33-C89C-37D9-3523-CA61ED0680C8}"/>
              </a:ext>
            </a:extLst>
          </p:cNvPr>
          <p:cNvSpPr/>
          <p:nvPr/>
        </p:nvSpPr>
        <p:spPr>
          <a:xfrm>
            <a:off x="5006506" y="1766411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CC4C610-C428-5D24-BBD9-01C32331187D}"/>
              </a:ext>
            </a:extLst>
          </p:cNvPr>
          <p:cNvSpPr/>
          <p:nvPr/>
        </p:nvSpPr>
        <p:spPr>
          <a:xfrm>
            <a:off x="5006506" y="2255695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9E1509-43F7-F3A2-4B87-C7B2D3D66D00}"/>
              </a:ext>
            </a:extLst>
          </p:cNvPr>
          <p:cNvSpPr txBox="1"/>
          <p:nvPr/>
        </p:nvSpPr>
        <p:spPr>
          <a:xfrm>
            <a:off x="4458433" y="179448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441EF6-5344-9431-6B03-0C49489B7350}"/>
              </a:ext>
            </a:extLst>
          </p:cNvPr>
          <p:cNvSpPr txBox="1"/>
          <p:nvPr/>
        </p:nvSpPr>
        <p:spPr>
          <a:xfrm>
            <a:off x="4458433" y="2276410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AAD3E3A-4220-12D3-5220-84D1F239BF8E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6297896" y="1027330"/>
            <a:ext cx="1009022" cy="983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E3C9CB6-FC15-6101-E2BD-F105ED54FCA0}"/>
              </a:ext>
            </a:extLst>
          </p:cNvPr>
          <p:cNvSpPr txBox="1"/>
          <p:nvPr/>
        </p:nvSpPr>
        <p:spPr>
          <a:xfrm>
            <a:off x="7373783" y="782688"/>
            <a:ext cx="4814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설정 파일 읽기 실패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..."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A8B55D5-6E7F-6557-E280-9022378775F2}"/>
              </a:ext>
            </a:extLst>
          </p:cNvPr>
          <p:cNvCxnSpPr>
            <a:cxnSpLocks/>
            <a:stCxn id="35" idx="3"/>
            <a:endCxn id="17" idx="0"/>
          </p:cNvCxnSpPr>
          <p:nvPr/>
        </p:nvCxnSpPr>
        <p:spPr>
          <a:xfrm>
            <a:off x="6297896" y="2500337"/>
            <a:ext cx="1193768" cy="7152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00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B2C475C-C6BB-C0EB-9839-D1BE73C79765}"/>
              </a:ext>
            </a:extLst>
          </p:cNvPr>
          <p:cNvSpPr/>
          <p:nvPr/>
        </p:nvSpPr>
        <p:spPr>
          <a:xfrm>
            <a:off x="8994093" y="5154069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5BAF26-98B1-D42B-664C-6C95AE7AC28A}"/>
              </a:ext>
            </a:extLst>
          </p:cNvPr>
          <p:cNvSpPr txBox="1"/>
          <p:nvPr/>
        </p:nvSpPr>
        <p:spPr>
          <a:xfrm>
            <a:off x="8560956" y="524230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CCC51-DB0D-290D-FC2F-D6B5ADBB48DC}"/>
              </a:ext>
            </a:extLst>
          </p:cNvPr>
          <p:cNvSpPr txBox="1"/>
          <p:nvPr/>
        </p:nvSpPr>
        <p:spPr>
          <a:xfrm>
            <a:off x="11520724" y="5214045"/>
            <a:ext cx="1633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DDA855E-D679-56AE-5D4B-B8F03C956872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10285483" y="5398711"/>
            <a:ext cx="1235241" cy="15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C70230C-A0AA-6F2A-BE10-16BEDD73A5CA}"/>
              </a:ext>
            </a:extLst>
          </p:cNvPr>
          <p:cNvSpPr txBox="1"/>
          <p:nvPr/>
        </p:nvSpPr>
        <p:spPr>
          <a:xfrm>
            <a:off x="-145504" y="-122199"/>
            <a:ext cx="7112460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func is(err, target error, targetComparable bool) bool {</a:t>
            </a:r>
          </a:p>
          <a:p>
            <a:r>
              <a:rPr lang="en-US" altLang="ko-KR"/>
              <a:t>    for {</a:t>
            </a:r>
          </a:p>
          <a:p>
            <a:r>
              <a:rPr lang="en-US" altLang="ko-KR"/>
              <a:t>        if targetComparable &amp;&amp; err == target {</a:t>
            </a:r>
          </a:p>
          <a:p>
            <a:r>
              <a:rPr lang="en-US" altLang="ko-KR"/>
              <a:t>            return true</a:t>
            </a:r>
          </a:p>
          <a:p>
            <a:r>
              <a:rPr lang="en-US" altLang="ko-KR"/>
              <a:t>        }</a:t>
            </a:r>
          </a:p>
          <a:p>
            <a:endParaRPr lang="en-US" altLang="ko-KR"/>
          </a:p>
          <a:p>
            <a:r>
              <a:rPr lang="en-US" altLang="ko-KR"/>
              <a:t>        if x, ok := err.(interface{ Is(error) bool }); ok &amp;&amp; x.Is(target) {</a:t>
            </a:r>
          </a:p>
          <a:p>
            <a:r>
              <a:rPr lang="en-US" altLang="ko-KR"/>
              <a:t>            return true</a:t>
            </a:r>
          </a:p>
          <a:p>
            <a:r>
              <a:rPr lang="en-US" altLang="ko-KR"/>
              <a:t>        }</a:t>
            </a:r>
          </a:p>
          <a:p>
            <a:endParaRPr lang="en-US" altLang="ko-KR"/>
          </a:p>
          <a:p>
            <a:r>
              <a:rPr lang="en-US" altLang="ko-KR"/>
              <a:t>        switch x := err.(type) {</a:t>
            </a:r>
          </a:p>
          <a:p>
            <a:r>
              <a:rPr lang="en-US" altLang="ko-KR"/>
              <a:t>        case interface{ Unwrap() error }:</a:t>
            </a:r>
          </a:p>
          <a:p>
            <a:r>
              <a:rPr lang="en-US" altLang="ko-KR"/>
              <a:t>            err = x.Unwrap()</a:t>
            </a:r>
          </a:p>
          <a:p>
            <a:r>
              <a:rPr lang="en-US" altLang="ko-KR"/>
              <a:t>            if err == nil {</a:t>
            </a:r>
          </a:p>
          <a:p>
            <a:r>
              <a:rPr lang="en-US" altLang="ko-KR"/>
              <a:t>                return false</a:t>
            </a:r>
          </a:p>
          <a:p>
            <a:r>
              <a:rPr lang="en-US" altLang="ko-KR"/>
              <a:t>            }</a:t>
            </a:r>
          </a:p>
          <a:p>
            <a:endParaRPr lang="en-US" altLang="ko-KR"/>
          </a:p>
          <a:p>
            <a:r>
              <a:rPr lang="en-US" altLang="ko-KR"/>
              <a:t>        default:</a:t>
            </a:r>
          </a:p>
          <a:p>
            <a:r>
              <a:rPr lang="en-US" altLang="ko-KR"/>
              <a:t>            return false</a:t>
            </a:r>
          </a:p>
          <a:p>
            <a:r>
              <a:rPr lang="en-US" altLang="ko-KR"/>
              <a:t>        }</a:t>
            </a:r>
          </a:p>
          <a:p>
            <a:r>
              <a:rPr lang="en-US" altLang="ko-KR"/>
              <a:t>    }</a:t>
            </a:r>
          </a:p>
          <a:p>
            <a:r>
              <a:rPr lang="en-US" altLang="ko-KR"/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F4CF6FC-DFEC-ECCA-8B9F-A42DC539E3C3}"/>
              </a:ext>
            </a:extLst>
          </p:cNvPr>
          <p:cNvSpPr/>
          <p:nvPr/>
        </p:nvSpPr>
        <p:spPr>
          <a:xfrm>
            <a:off x="6845969" y="3215598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AEF06C-0AA7-3F59-9581-61C00F94F958}"/>
              </a:ext>
            </a:extLst>
          </p:cNvPr>
          <p:cNvSpPr/>
          <p:nvPr/>
        </p:nvSpPr>
        <p:spPr>
          <a:xfrm>
            <a:off x="6845969" y="3704882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4FC825-EA27-AED9-3B20-F85C37304754}"/>
              </a:ext>
            </a:extLst>
          </p:cNvPr>
          <p:cNvSpPr txBox="1"/>
          <p:nvPr/>
        </p:nvSpPr>
        <p:spPr>
          <a:xfrm>
            <a:off x="8781275" y="2398874"/>
            <a:ext cx="45320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설정 파일 읽기 실패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8FFFEC-318D-8382-B894-C1955D0B4873}"/>
              </a:ext>
            </a:extLst>
          </p:cNvPr>
          <p:cNvSpPr txBox="1"/>
          <p:nvPr/>
        </p:nvSpPr>
        <p:spPr>
          <a:xfrm>
            <a:off x="6297896" y="324367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87AC2A7-4EF3-E180-7BCF-6D9885760048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8137359" y="2598929"/>
            <a:ext cx="645433" cy="861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F893A4B-00B1-1155-E3A5-DFAE6FE26475}"/>
              </a:ext>
            </a:extLst>
          </p:cNvPr>
          <p:cNvSpPr txBox="1"/>
          <p:nvPr/>
        </p:nvSpPr>
        <p:spPr>
          <a:xfrm>
            <a:off x="6297896" y="3725597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F4A7C5A-373E-293C-3028-D1011EACB32D}"/>
              </a:ext>
            </a:extLst>
          </p:cNvPr>
          <p:cNvCxnSpPr>
            <a:cxnSpLocks/>
            <a:stCxn id="18" idx="3"/>
            <a:endCxn id="3" idx="0"/>
          </p:cNvCxnSpPr>
          <p:nvPr/>
        </p:nvCxnSpPr>
        <p:spPr>
          <a:xfrm>
            <a:off x="8137359" y="3949524"/>
            <a:ext cx="1502429" cy="1204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E021C33-C89C-37D9-3523-CA61ED0680C8}"/>
              </a:ext>
            </a:extLst>
          </p:cNvPr>
          <p:cNvSpPr/>
          <p:nvPr/>
        </p:nvSpPr>
        <p:spPr>
          <a:xfrm>
            <a:off x="5006506" y="1766411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CC4C610-C428-5D24-BBD9-01C32331187D}"/>
              </a:ext>
            </a:extLst>
          </p:cNvPr>
          <p:cNvSpPr/>
          <p:nvPr/>
        </p:nvSpPr>
        <p:spPr>
          <a:xfrm>
            <a:off x="5006506" y="2255695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9E1509-43F7-F3A2-4B87-C7B2D3D66D00}"/>
              </a:ext>
            </a:extLst>
          </p:cNvPr>
          <p:cNvSpPr txBox="1"/>
          <p:nvPr/>
        </p:nvSpPr>
        <p:spPr>
          <a:xfrm>
            <a:off x="4458433" y="179448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441EF6-5344-9431-6B03-0C49489B7350}"/>
              </a:ext>
            </a:extLst>
          </p:cNvPr>
          <p:cNvSpPr txBox="1"/>
          <p:nvPr/>
        </p:nvSpPr>
        <p:spPr>
          <a:xfrm>
            <a:off x="4458433" y="2276410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AAD3E3A-4220-12D3-5220-84D1F239BF8E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6297896" y="1027330"/>
            <a:ext cx="1009022" cy="983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E3C9CB6-FC15-6101-E2BD-F105ED54FCA0}"/>
              </a:ext>
            </a:extLst>
          </p:cNvPr>
          <p:cNvSpPr txBox="1"/>
          <p:nvPr/>
        </p:nvSpPr>
        <p:spPr>
          <a:xfrm>
            <a:off x="7373783" y="782688"/>
            <a:ext cx="48141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설정 파일 읽기 실패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..."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A8B55D5-6E7F-6557-E280-9022378775F2}"/>
              </a:ext>
            </a:extLst>
          </p:cNvPr>
          <p:cNvCxnSpPr>
            <a:cxnSpLocks/>
            <a:stCxn id="35" idx="3"/>
            <a:endCxn id="17" idx="0"/>
          </p:cNvCxnSpPr>
          <p:nvPr/>
        </p:nvCxnSpPr>
        <p:spPr>
          <a:xfrm>
            <a:off x="6297896" y="2500337"/>
            <a:ext cx="1193768" cy="7152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751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B2C475C-C6BB-C0EB-9839-D1BE73C79765}"/>
              </a:ext>
            </a:extLst>
          </p:cNvPr>
          <p:cNvSpPr/>
          <p:nvPr/>
        </p:nvSpPr>
        <p:spPr>
          <a:xfrm>
            <a:off x="9094096" y="5867942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5BAF26-98B1-D42B-664C-6C95AE7AC28A}"/>
              </a:ext>
            </a:extLst>
          </p:cNvPr>
          <p:cNvSpPr txBox="1"/>
          <p:nvPr/>
        </p:nvSpPr>
        <p:spPr>
          <a:xfrm>
            <a:off x="8660959" y="595617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CCC51-DB0D-290D-FC2F-D6B5ADBB48DC}"/>
              </a:ext>
            </a:extLst>
          </p:cNvPr>
          <p:cNvSpPr txBox="1"/>
          <p:nvPr/>
        </p:nvSpPr>
        <p:spPr>
          <a:xfrm>
            <a:off x="11207903" y="5867942"/>
            <a:ext cx="1633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DDA855E-D679-56AE-5D4B-B8F03C956872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10385486" y="6067997"/>
            <a:ext cx="822417" cy="44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C70230C-A0AA-6F2A-BE10-16BEDD73A5CA}"/>
              </a:ext>
            </a:extLst>
          </p:cNvPr>
          <p:cNvSpPr txBox="1"/>
          <p:nvPr/>
        </p:nvSpPr>
        <p:spPr>
          <a:xfrm>
            <a:off x="298769" y="114515"/>
            <a:ext cx="472424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// </a:t>
            </a:r>
            <a:r>
              <a:rPr lang="ko-KR" altLang="en-US"/>
              <a:t>깊이 래핑되어도 </a:t>
            </a:r>
            <a:r>
              <a:rPr lang="en-US" altLang="ko-KR"/>
              <a:t>OK</a:t>
            </a:r>
          </a:p>
          <a:p>
            <a:r>
              <a:rPr lang="en-US" altLang="ko-KR"/>
              <a:t>err := fmt.Errorf("</a:t>
            </a:r>
            <a:r>
              <a:rPr lang="ko-KR" altLang="en-US"/>
              <a:t>처리 중</a:t>
            </a:r>
            <a:r>
              <a:rPr lang="en-US" altLang="ko-KR"/>
              <a:t>: %w",</a:t>
            </a:r>
          </a:p>
          <a:p>
            <a:r>
              <a:rPr lang="en-US" altLang="ko-KR"/>
              <a:t>       fmt.Errorf("</a:t>
            </a:r>
            <a:r>
              <a:rPr lang="ko-KR" altLang="en-US"/>
              <a:t>로딩 중</a:t>
            </a:r>
            <a:r>
              <a:rPr lang="en-US" altLang="ko-KR"/>
              <a:t>: %w",</a:t>
            </a:r>
          </a:p>
          <a:p>
            <a:r>
              <a:rPr lang="en-US" altLang="ko-KR"/>
              <a:t>       fmt.Errorf("</a:t>
            </a:r>
            <a:r>
              <a:rPr lang="ko-KR" altLang="en-US"/>
              <a:t>열기</a:t>
            </a:r>
            <a:r>
              <a:rPr lang="en-US" altLang="ko-KR"/>
              <a:t>: %w", os.ErrNotExist)))</a:t>
            </a:r>
          </a:p>
          <a:p>
            <a:endParaRPr lang="en-US" altLang="ko-KR"/>
          </a:p>
          <a:p>
            <a:r>
              <a:rPr lang="en-US" altLang="ko-KR"/>
              <a:t>errors.Is(err, os.ErrNotExist)  // true}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F4CF6FC-DFEC-ECCA-8B9F-A42DC539E3C3}"/>
              </a:ext>
            </a:extLst>
          </p:cNvPr>
          <p:cNvSpPr/>
          <p:nvPr/>
        </p:nvSpPr>
        <p:spPr>
          <a:xfrm>
            <a:off x="7158790" y="4523029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AEF06C-0AA7-3F59-9581-61C00F94F958}"/>
              </a:ext>
            </a:extLst>
          </p:cNvPr>
          <p:cNvSpPr/>
          <p:nvPr/>
        </p:nvSpPr>
        <p:spPr>
          <a:xfrm>
            <a:off x="7158790" y="5012313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4FC825-EA27-AED9-3B20-F85C37304754}"/>
              </a:ext>
            </a:extLst>
          </p:cNvPr>
          <p:cNvSpPr txBox="1"/>
          <p:nvPr/>
        </p:nvSpPr>
        <p:spPr>
          <a:xfrm>
            <a:off x="9094096" y="3706305"/>
            <a:ext cx="24288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열기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8FFFEC-318D-8382-B894-C1955D0B4873}"/>
              </a:ext>
            </a:extLst>
          </p:cNvPr>
          <p:cNvSpPr txBox="1"/>
          <p:nvPr/>
        </p:nvSpPr>
        <p:spPr>
          <a:xfrm>
            <a:off x="6610717" y="4551103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87AC2A7-4EF3-E180-7BCF-6D9885760048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8450180" y="3906360"/>
            <a:ext cx="645433" cy="861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F893A4B-00B1-1155-E3A5-DFAE6FE26475}"/>
              </a:ext>
            </a:extLst>
          </p:cNvPr>
          <p:cNvSpPr txBox="1"/>
          <p:nvPr/>
        </p:nvSpPr>
        <p:spPr>
          <a:xfrm>
            <a:off x="6610717" y="503302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F4A7C5A-373E-293C-3028-D1011EACB32D}"/>
              </a:ext>
            </a:extLst>
          </p:cNvPr>
          <p:cNvCxnSpPr>
            <a:cxnSpLocks/>
            <a:stCxn id="18" idx="3"/>
            <a:endCxn id="3" idx="0"/>
          </p:cNvCxnSpPr>
          <p:nvPr/>
        </p:nvCxnSpPr>
        <p:spPr>
          <a:xfrm>
            <a:off x="8450180" y="5256955"/>
            <a:ext cx="1289611" cy="610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E021C33-C89C-37D9-3523-CA61ED0680C8}"/>
              </a:ext>
            </a:extLst>
          </p:cNvPr>
          <p:cNvSpPr/>
          <p:nvPr/>
        </p:nvSpPr>
        <p:spPr>
          <a:xfrm>
            <a:off x="5319327" y="3073842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CC4C610-C428-5D24-BBD9-01C32331187D}"/>
              </a:ext>
            </a:extLst>
          </p:cNvPr>
          <p:cNvSpPr/>
          <p:nvPr/>
        </p:nvSpPr>
        <p:spPr>
          <a:xfrm>
            <a:off x="5319327" y="3563126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9E1509-43F7-F3A2-4B87-C7B2D3D66D00}"/>
              </a:ext>
            </a:extLst>
          </p:cNvPr>
          <p:cNvSpPr txBox="1"/>
          <p:nvPr/>
        </p:nvSpPr>
        <p:spPr>
          <a:xfrm>
            <a:off x="4771254" y="31019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441EF6-5344-9431-6B03-0C49489B7350}"/>
              </a:ext>
            </a:extLst>
          </p:cNvPr>
          <p:cNvSpPr txBox="1"/>
          <p:nvPr/>
        </p:nvSpPr>
        <p:spPr>
          <a:xfrm>
            <a:off x="4771254" y="3583841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AAD3E3A-4220-12D3-5220-84D1F239BF8E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6610717" y="2334761"/>
            <a:ext cx="1009022" cy="983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E3C9CB6-FC15-6101-E2BD-F105ED54FCA0}"/>
              </a:ext>
            </a:extLst>
          </p:cNvPr>
          <p:cNvSpPr txBox="1"/>
          <p:nvPr/>
        </p:nvSpPr>
        <p:spPr>
          <a:xfrm>
            <a:off x="7686604" y="2090119"/>
            <a:ext cx="39036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로딩 중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열기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 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A8B55D5-6E7F-6557-E280-9022378775F2}"/>
              </a:ext>
            </a:extLst>
          </p:cNvPr>
          <p:cNvCxnSpPr>
            <a:cxnSpLocks/>
            <a:stCxn id="35" idx="3"/>
            <a:endCxn id="17" idx="0"/>
          </p:cNvCxnSpPr>
          <p:nvPr/>
        </p:nvCxnSpPr>
        <p:spPr>
          <a:xfrm>
            <a:off x="6610717" y="3807768"/>
            <a:ext cx="1193768" cy="7152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0BF48CA-F1BE-8040-921D-F514B7D6F5DD}"/>
              </a:ext>
            </a:extLst>
          </p:cNvPr>
          <p:cNvSpPr/>
          <p:nvPr/>
        </p:nvSpPr>
        <p:spPr>
          <a:xfrm>
            <a:off x="4125559" y="1782784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9B9E81-17C9-C0FB-FCD9-3C25AA24B302}"/>
              </a:ext>
            </a:extLst>
          </p:cNvPr>
          <p:cNvSpPr/>
          <p:nvPr/>
        </p:nvSpPr>
        <p:spPr>
          <a:xfrm>
            <a:off x="4125559" y="2272068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5E1FFB-D166-B6D6-3DBA-61E49C002D94}"/>
              </a:ext>
            </a:extLst>
          </p:cNvPr>
          <p:cNvSpPr txBox="1"/>
          <p:nvPr/>
        </p:nvSpPr>
        <p:spPr>
          <a:xfrm>
            <a:off x="3577486" y="181085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BC8571-09D7-EF22-CA7E-D8CDDC02AA70}"/>
              </a:ext>
            </a:extLst>
          </p:cNvPr>
          <p:cNvSpPr txBox="1"/>
          <p:nvPr/>
        </p:nvSpPr>
        <p:spPr>
          <a:xfrm>
            <a:off x="3577486" y="2292783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FBEAC75-C5ED-D595-1B42-9F4A428EFF47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5416949" y="1043703"/>
            <a:ext cx="1009022" cy="983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D0AB010-953A-D641-B604-49C3A36D076C}"/>
              </a:ext>
            </a:extLst>
          </p:cNvPr>
          <p:cNvSpPr txBox="1"/>
          <p:nvPr/>
        </p:nvSpPr>
        <p:spPr>
          <a:xfrm>
            <a:off x="6492836" y="799061"/>
            <a:ext cx="5237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처리 중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로딩 중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열기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 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E612C11-51B2-3B97-ED31-33809EF23EE2}"/>
              </a:ext>
            </a:extLst>
          </p:cNvPr>
          <p:cNvCxnSpPr>
            <a:cxnSpLocks/>
            <a:stCxn id="11" idx="3"/>
            <a:endCxn id="34" idx="0"/>
          </p:cNvCxnSpPr>
          <p:nvPr/>
        </p:nvCxnSpPr>
        <p:spPr>
          <a:xfrm>
            <a:off x="5416949" y="2516710"/>
            <a:ext cx="548073" cy="557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163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2B2C475C-C6BB-C0EB-9839-D1BE73C79765}"/>
              </a:ext>
            </a:extLst>
          </p:cNvPr>
          <p:cNvSpPr/>
          <p:nvPr/>
        </p:nvSpPr>
        <p:spPr>
          <a:xfrm>
            <a:off x="9094096" y="5867942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5BAF26-98B1-D42B-664C-6C95AE7AC28A}"/>
              </a:ext>
            </a:extLst>
          </p:cNvPr>
          <p:cNvSpPr txBox="1"/>
          <p:nvPr/>
        </p:nvSpPr>
        <p:spPr>
          <a:xfrm>
            <a:off x="8660959" y="595617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s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CCC51-DB0D-290D-FC2F-D6B5ADBB48DC}"/>
              </a:ext>
            </a:extLst>
          </p:cNvPr>
          <p:cNvSpPr txBox="1"/>
          <p:nvPr/>
        </p:nvSpPr>
        <p:spPr>
          <a:xfrm>
            <a:off x="11207903" y="5867942"/>
            <a:ext cx="1633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DDA855E-D679-56AE-5D4B-B8F03C956872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10385486" y="6067997"/>
            <a:ext cx="822417" cy="44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C70230C-A0AA-6F2A-BE10-16BEDD73A5CA}"/>
              </a:ext>
            </a:extLst>
          </p:cNvPr>
          <p:cNvSpPr txBox="1"/>
          <p:nvPr/>
        </p:nvSpPr>
        <p:spPr>
          <a:xfrm>
            <a:off x="298769" y="114515"/>
            <a:ext cx="494398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case interface{ Unwrap() []error }:            </a:t>
            </a:r>
          </a:p>
          <a:p>
            <a:r>
              <a:rPr lang="en-US" altLang="ko-KR"/>
              <a:t>   for _, err := range x.Unwrap() {                </a:t>
            </a:r>
          </a:p>
          <a:p>
            <a:r>
              <a:rPr lang="en-US" altLang="ko-KR"/>
              <a:t>        if is(err, target, targetComparable) { </a:t>
            </a:r>
          </a:p>
          <a:p>
            <a:r>
              <a:rPr lang="en-US" altLang="ko-KR"/>
              <a:t>                   return true                </a:t>
            </a:r>
          </a:p>
          <a:p>
            <a:r>
              <a:rPr lang="en-US" altLang="ko-KR"/>
              <a:t>       }            </a:t>
            </a:r>
          </a:p>
          <a:p>
            <a:r>
              <a:rPr lang="en-US" altLang="ko-KR"/>
              <a:t>   }            </a:t>
            </a:r>
          </a:p>
          <a:p>
            <a:r>
              <a:rPr lang="en-US" altLang="ko-KR"/>
              <a:t>   return false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F4CF6FC-DFEC-ECCA-8B9F-A42DC539E3C3}"/>
              </a:ext>
            </a:extLst>
          </p:cNvPr>
          <p:cNvSpPr/>
          <p:nvPr/>
        </p:nvSpPr>
        <p:spPr>
          <a:xfrm>
            <a:off x="7158790" y="4523029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AEF06C-0AA7-3F59-9581-61C00F94F958}"/>
              </a:ext>
            </a:extLst>
          </p:cNvPr>
          <p:cNvSpPr/>
          <p:nvPr/>
        </p:nvSpPr>
        <p:spPr>
          <a:xfrm>
            <a:off x="7158790" y="5012313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4FC825-EA27-AED9-3B20-F85C37304754}"/>
              </a:ext>
            </a:extLst>
          </p:cNvPr>
          <p:cNvSpPr txBox="1"/>
          <p:nvPr/>
        </p:nvSpPr>
        <p:spPr>
          <a:xfrm>
            <a:off x="9094096" y="3706305"/>
            <a:ext cx="24288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열기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8FFFEC-318D-8382-B894-C1955D0B4873}"/>
              </a:ext>
            </a:extLst>
          </p:cNvPr>
          <p:cNvSpPr txBox="1"/>
          <p:nvPr/>
        </p:nvSpPr>
        <p:spPr>
          <a:xfrm>
            <a:off x="6610717" y="4551103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87AC2A7-4EF3-E180-7BCF-6D9885760048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8450180" y="3906360"/>
            <a:ext cx="645433" cy="861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F893A4B-00B1-1155-E3A5-DFAE6FE26475}"/>
              </a:ext>
            </a:extLst>
          </p:cNvPr>
          <p:cNvSpPr txBox="1"/>
          <p:nvPr/>
        </p:nvSpPr>
        <p:spPr>
          <a:xfrm>
            <a:off x="6610717" y="503302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F4A7C5A-373E-293C-3028-D1011EACB32D}"/>
              </a:ext>
            </a:extLst>
          </p:cNvPr>
          <p:cNvCxnSpPr>
            <a:cxnSpLocks/>
            <a:stCxn id="18" idx="3"/>
            <a:endCxn id="3" idx="0"/>
          </p:cNvCxnSpPr>
          <p:nvPr/>
        </p:nvCxnSpPr>
        <p:spPr>
          <a:xfrm>
            <a:off x="8450180" y="5256955"/>
            <a:ext cx="1289611" cy="610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E021C33-C89C-37D9-3523-CA61ED0680C8}"/>
              </a:ext>
            </a:extLst>
          </p:cNvPr>
          <p:cNvSpPr/>
          <p:nvPr/>
        </p:nvSpPr>
        <p:spPr>
          <a:xfrm>
            <a:off x="5319327" y="3073842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CC4C610-C428-5D24-BBD9-01C32331187D}"/>
              </a:ext>
            </a:extLst>
          </p:cNvPr>
          <p:cNvSpPr/>
          <p:nvPr/>
        </p:nvSpPr>
        <p:spPr>
          <a:xfrm>
            <a:off x="5319327" y="3563126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9E1509-43F7-F3A2-4B87-C7B2D3D66D00}"/>
              </a:ext>
            </a:extLst>
          </p:cNvPr>
          <p:cNvSpPr txBox="1"/>
          <p:nvPr/>
        </p:nvSpPr>
        <p:spPr>
          <a:xfrm>
            <a:off x="4771254" y="31019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441EF6-5344-9431-6B03-0C49489B7350}"/>
              </a:ext>
            </a:extLst>
          </p:cNvPr>
          <p:cNvSpPr txBox="1"/>
          <p:nvPr/>
        </p:nvSpPr>
        <p:spPr>
          <a:xfrm>
            <a:off x="4771254" y="3583841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AAD3E3A-4220-12D3-5220-84D1F239BF8E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6610717" y="2334761"/>
            <a:ext cx="1009022" cy="983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E3C9CB6-FC15-6101-E2BD-F105ED54FCA0}"/>
              </a:ext>
            </a:extLst>
          </p:cNvPr>
          <p:cNvSpPr txBox="1"/>
          <p:nvPr/>
        </p:nvSpPr>
        <p:spPr>
          <a:xfrm>
            <a:off x="7686604" y="2090119"/>
            <a:ext cx="39036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로딩 중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열기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 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A8B55D5-6E7F-6557-E280-9022378775F2}"/>
              </a:ext>
            </a:extLst>
          </p:cNvPr>
          <p:cNvCxnSpPr>
            <a:cxnSpLocks/>
            <a:stCxn id="35" idx="3"/>
            <a:endCxn id="17" idx="0"/>
          </p:cNvCxnSpPr>
          <p:nvPr/>
        </p:nvCxnSpPr>
        <p:spPr>
          <a:xfrm>
            <a:off x="6610717" y="3807768"/>
            <a:ext cx="1193768" cy="7152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0BF48CA-F1BE-8040-921D-F514B7D6F5DD}"/>
              </a:ext>
            </a:extLst>
          </p:cNvPr>
          <p:cNvSpPr/>
          <p:nvPr/>
        </p:nvSpPr>
        <p:spPr>
          <a:xfrm>
            <a:off x="4125559" y="1782784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9B9E81-17C9-C0FB-FCD9-3C25AA24B302}"/>
              </a:ext>
            </a:extLst>
          </p:cNvPr>
          <p:cNvSpPr/>
          <p:nvPr/>
        </p:nvSpPr>
        <p:spPr>
          <a:xfrm>
            <a:off x="4125559" y="2272068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5E1FFB-D166-B6D6-3DBA-61E49C002D94}"/>
              </a:ext>
            </a:extLst>
          </p:cNvPr>
          <p:cNvSpPr txBox="1"/>
          <p:nvPr/>
        </p:nvSpPr>
        <p:spPr>
          <a:xfrm>
            <a:off x="3577486" y="181085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BC8571-09D7-EF22-CA7E-D8CDDC02AA70}"/>
              </a:ext>
            </a:extLst>
          </p:cNvPr>
          <p:cNvSpPr txBox="1"/>
          <p:nvPr/>
        </p:nvSpPr>
        <p:spPr>
          <a:xfrm>
            <a:off x="3577486" y="2292783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FBEAC75-C5ED-D595-1B42-9F4A428EFF47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5416949" y="1043703"/>
            <a:ext cx="1009022" cy="983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D0AB010-953A-D641-B604-49C3A36D076C}"/>
              </a:ext>
            </a:extLst>
          </p:cNvPr>
          <p:cNvSpPr txBox="1"/>
          <p:nvPr/>
        </p:nvSpPr>
        <p:spPr>
          <a:xfrm>
            <a:off x="6492836" y="799061"/>
            <a:ext cx="5237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처리 중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로딩 중 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열기</a:t>
            </a:r>
            <a:r>
              <a:rPr lang="en-US" altLang="ko-KR" sz="2000">
                <a:latin typeface="Consolas" panose="020B0609020204030204" pitchFamily="49" charset="0"/>
              </a:rPr>
              <a:t>: </a:t>
            </a:r>
            <a:r>
              <a:rPr lang="ko-KR" altLang="en-US" sz="2000">
                <a:latin typeface="Consolas" panose="020B0609020204030204" pitchFamily="49" charset="0"/>
              </a:rPr>
              <a:t>파일 없음 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E612C11-51B2-3B97-ED31-33809EF23EE2}"/>
              </a:ext>
            </a:extLst>
          </p:cNvPr>
          <p:cNvCxnSpPr>
            <a:cxnSpLocks/>
            <a:stCxn id="11" idx="3"/>
            <a:endCxn id="34" idx="0"/>
          </p:cNvCxnSpPr>
          <p:nvPr/>
        </p:nvCxnSpPr>
        <p:spPr>
          <a:xfrm>
            <a:off x="5416949" y="2516710"/>
            <a:ext cx="548073" cy="557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0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D568CB-985B-7C06-5EBC-65B7C54105BF}"/>
              </a:ext>
            </a:extLst>
          </p:cNvPr>
          <p:cNvSpPr txBox="1"/>
          <p:nvPr/>
        </p:nvSpPr>
        <p:spPr>
          <a:xfrm>
            <a:off x="32073" y="-50702"/>
            <a:ext cx="8959504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type ValidationError struct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Field string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Msg   string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func (e *ValidationError) Error() string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return fmt.Sprintf("%s: %s", e.Field, e.Msg)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func main()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var err error = fmt.Errorf("</a:t>
            </a:r>
            <a:r>
              <a:rPr lang="ko-KR" altLang="en-US">
                <a:latin typeface="Consolas" panose="020B0609020204030204" pitchFamily="49" charset="0"/>
              </a:rPr>
              <a:t>처리 실패</a:t>
            </a:r>
            <a:r>
              <a:rPr lang="en-US" altLang="ko-KR">
                <a:latin typeface="Consolas" panose="020B0609020204030204" pitchFamily="49" charset="0"/>
              </a:rPr>
              <a:t>: %w",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           &amp;ValidationError{Field: "email", Msg: "</a:t>
            </a:r>
            <a:r>
              <a:rPr lang="ko-KR" altLang="en-US">
                <a:latin typeface="Consolas" panose="020B0609020204030204" pitchFamily="49" charset="0"/>
              </a:rPr>
              <a:t>형식 오류</a:t>
            </a:r>
            <a:r>
              <a:rPr lang="en-US" altLang="ko-KR">
                <a:latin typeface="Consolas" panose="020B0609020204030204" pitchFamily="49" charset="0"/>
              </a:rPr>
              <a:t>"})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var ve *ValidationError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if errors.As(err, &amp;ve)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fmt.Println("</a:t>
            </a:r>
            <a:r>
              <a:rPr lang="ko-KR" altLang="en-US">
                <a:latin typeface="Consolas" panose="020B0609020204030204" pitchFamily="49" charset="0"/>
              </a:rPr>
              <a:t>문제 필드</a:t>
            </a:r>
            <a:r>
              <a:rPr lang="en-US" altLang="ko-KR">
                <a:latin typeface="Consolas" panose="020B0609020204030204" pitchFamily="49" charset="0"/>
              </a:rPr>
              <a:t>:", ve.Field)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fmt.Println("</a:t>
            </a:r>
            <a:r>
              <a:rPr lang="ko-KR" altLang="en-US">
                <a:latin typeface="Consolas" panose="020B0609020204030204" pitchFamily="49" charset="0"/>
              </a:rPr>
              <a:t>이유</a:t>
            </a:r>
            <a:r>
              <a:rPr lang="en-US" altLang="ko-KR">
                <a:latin typeface="Consolas" panose="020B0609020204030204" pitchFamily="49" charset="0"/>
              </a:rPr>
              <a:t>:", ve.Msg)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A04964A-9D37-B5A8-863D-BA60B42D8320}"/>
              </a:ext>
            </a:extLst>
          </p:cNvPr>
          <p:cNvSpPr/>
          <p:nvPr/>
        </p:nvSpPr>
        <p:spPr>
          <a:xfrm>
            <a:off x="9326707" y="5715542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C16FEC-BE42-6D25-BEF3-3432948604A7}"/>
              </a:ext>
            </a:extLst>
          </p:cNvPr>
          <p:cNvSpPr txBox="1"/>
          <p:nvPr/>
        </p:nvSpPr>
        <p:spPr>
          <a:xfrm>
            <a:off x="8745928" y="5787369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A4107-6B94-43F7-FD71-BE29570E5343}"/>
              </a:ext>
            </a:extLst>
          </p:cNvPr>
          <p:cNvSpPr txBox="1"/>
          <p:nvPr/>
        </p:nvSpPr>
        <p:spPr>
          <a:xfrm>
            <a:off x="11440514" y="5715542"/>
            <a:ext cx="16337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형식 오류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B7D6FC7-BEF5-1830-E6E4-2907034455BA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10618097" y="5915597"/>
            <a:ext cx="822417" cy="44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F0D5C90-1ACB-8834-49F3-2E1BD43E887C}"/>
              </a:ext>
            </a:extLst>
          </p:cNvPr>
          <p:cNvSpPr/>
          <p:nvPr/>
        </p:nvSpPr>
        <p:spPr>
          <a:xfrm>
            <a:off x="7093240" y="3878341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E6CFF3-C533-047C-6CA4-195DF54212BA}"/>
              </a:ext>
            </a:extLst>
          </p:cNvPr>
          <p:cNvSpPr/>
          <p:nvPr/>
        </p:nvSpPr>
        <p:spPr>
          <a:xfrm>
            <a:off x="7093240" y="4367625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8AAB22-3589-4623-93D2-63B437DE1A82}"/>
              </a:ext>
            </a:extLst>
          </p:cNvPr>
          <p:cNvSpPr txBox="1"/>
          <p:nvPr/>
        </p:nvSpPr>
        <p:spPr>
          <a:xfrm>
            <a:off x="8853068" y="3506305"/>
            <a:ext cx="4352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</a:t>
            </a:r>
            <a:r>
              <a:rPr lang="ko-KR" altLang="en-US" sz="2000">
                <a:latin typeface="Consolas" panose="020B0609020204030204" pitchFamily="49" charset="0"/>
              </a:rPr>
              <a:t> 처리 실패</a:t>
            </a:r>
            <a:r>
              <a:rPr lang="en-US" altLang="ko-KR" sz="2000">
                <a:latin typeface="Consolas" panose="020B0609020204030204" pitchFamily="49" charset="0"/>
              </a:rPr>
              <a:t>: email: </a:t>
            </a:r>
            <a:r>
              <a:rPr lang="ko-KR" altLang="en-US" sz="2000">
                <a:latin typeface="Consolas" panose="020B0609020204030204" pitchFamily="49" charset="0"/>
              </a:rPr>
              <a:t>형식 오류 </a:t>
            </a:r>
            <a:r>
              <a:rPr lang="en-US" altLang="ko-KR" sz="2000">
                <a:latin typeface="Consolas" panose="020B0609020204030204" pitchFamily="49" charset="0"/>
              </a:rPr>
              <a:t>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094F11-E87A-A73D-7A37-3359BE602882}"/>
              </a:ext>
            </a:extLst>
          </p:cNvPr>
          <p:cNvSpPr txBox="1"/>
          <p:nvPr/>
        </p:nvSpPr>
        <p:spPr>
          <a:xfrm>
            <a:off x="6545167" y="390641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msg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31F1115-4457-C9D2-6E09-10750A36962C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8384630" y="3706360"/>
            <a:ext cx="468438" cy="4166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61A0DB9-5622-2285-A8A9-C5428116A39F}"/>
              </a:ext>
            </a:extLst>
          </p:cNvPr>
          <p:cNvSpPr txBox="1"/>
          <p:nvPr/>
        </p:nvSpPr>
        <p:spPr>
          <a:xfrm>
            <a:off x="6545167" y="4388340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err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D6DF7DD-42AA-C3E4-8844-4C949946E8C5}"/>
              </a:ext>
            </a:extLst>
          </p:cNvPr>
          <p:cNvCxnSpPr>
            <a:cxnSpLocks/>
            <a:stCxn id="11" idx="3"/>
            <a:endCxn id="20" idx="0"/>
          </p:cNvCxnSpPr>
          <p:nvPr/>
        </p:nvCxnSpPr>
        <p:spPr>
          <a:xfrm>
            <a:off x="8384630" y="4612267"/>
            <a:ext cx="1587772" cy="637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F890649-8400-8F30-2E83-591547A1A9B6}"/>
              </a:ext>
            </a:extLst>
          </p:cNvPr>
          <p:cNvSpPr/>
          <p:nvPr/>
        </p:nvSpPr>
        <p:spPr>
          <a:xfrm>
            <a:off x="9326707" y="5249960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C64501-6726-F29B-6740-8A3EDCF91B3F}"/>
              </a:ext>
            </a:extLst>
          </p:cNvPr>
          <p:cNvSpPr txBox="1"/>
          <p:nvPr/>
        </p:nvSpPr>
        <p:spPr>
          <a:xfrm>
            <a:off x="8484643" y="5308889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Field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D51A70-AF6A-0DA4-10E7-F7D82E04E96D}"/>
              </a:ext>
            </a:extLst>
          </p:cNvPr>
          <p:cNvSpPr txBox="1"/>
          <p:nvPr/>
        </p:nvSpPr>
        <p:spPr>
          <a:xfrm>
            <a:off x="11169876" y="5104555"/>
            <a:ext cx="1172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Consolas" panose="020B0609020204030204" pitchFamily="49" charset="0"/>
              </a:rPr>
              <a:t>"email"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CB7A85D-E6D1-D03B-23F5-FE18C191AD43}"/>
              </a:ext>
            </a:extLst>
          </p:cNvPr>
          <p:cNvCxnSpPr>
            <a:cxnSpLocks/>
            <a:stCxn id="20" idx="3"/>
            <a:endCxn id="24" idx="1"/>
          </p:cNvCxnSpPr>
          <p:nvPr/>
        </p:nvCxnSpPr>
        <p:spPr>
          <a:xfrm flipV="1">
            <a:off x="10618097" y="5304610"/>
            <a:ext cx="551779" cy="1899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12FA392-4BE9-9D4D-94F9-613C75324943}"/>
              </a:ext>
            </a:extLst>
          </p:cNvPr>
          <p:cNvSpPr/>
          <p:nvPr/>
        </p:nvSpPr>
        <p:spPr>
          <a:xfrm>
            <a:off x="6163148" y="5298085"/>
            <a:ext cx="1291390" cy="489284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746503-FBFF-1679-2330-D228CFD4BC38}"/>
              </a:ext>
            </a:extLst>
          </p:cNvPr>
          <p:cNvSpPr txBox="1"/>
          <p:nvPr/>
        </p:nvSpPr>
        <p:spPr>
          <a:xfrm>
            <a:off x="6352662" y="4892831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Consolas" panose="020B0609020204030204" pitchFamily="49" charset="0"/>
              </a:rPr>
              <a:t>ve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76832087-39E2-1A4D-1D56-852E2A02960B}"/>
              </a:ext>
            </a:extLst>
          </p:cNvPr>
          <p:cNvCxnSpPr>
            <a:cxnSpLocks/>
            <a:stCxn id="31" idx="3"/>
            <a:endCxn id="20" idx="0"/>
          </p:cNvCxnSpPr>
          <p:nvPr/>
        </p:nvCxnSpPr>
        <p:spPr>
          <a:xfrm flipV="1">
            <a:off x="7454538" y="5249960"/>
            <a:ext cx="2517864" cy="292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965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4B9DE964-4E7D-BEDD-5B13-CDD135874EF8}"/>
              </a:ext>
            </a:extLst>
          </p:cNvPr>
          <p:cNvSpPr txBox="1"/>
          <p:nvPr/>
        </p:nvSpPr>
        <p:spPr>
          <a:xfrm>
            <a:off x="1740568" y="457200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"1234"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107633A-AA75-B25B-ED70-940DE3D69B93}"/>
              </a:ext>
            </a:extLst>
          </p:cNvPr>
          <p:cNvSpPr/>
          <p:nvPr/>
        </p:nvSpPr>
        <p:spPr>
          <a:xfrm>
            <a:off x="5566610" y="232612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'1'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9381849-F617-DF2B-47A3-0448F53E714F}"/>
              </a:ext>
            </a:extLst>
          </p:cNvPr>
          <p:cNvSpPr/>
          <p:nvPr/>
        </p:nvSpPr>
        <p:spPr>
          <a:xfrm>
            <a:off x="6376736" y="232611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'2'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A8D343F-5D4B-FC1B-E76C-D059819AF451}"/>
              </a:ext>
            </a:extLst>
          </p:cNvPr>
          <p:cNvSpPr/>
          <p:nvPr/>
        </p:nvSpPr>
        <p:spPr>
          <a:xfrm>
            <a:off x="7186862" y="232610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'3'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5514ABE-3AFF-30E1-0270-0E784FBCE747}"/>
              </a:ext>
            </a:extLst>
          </p:cNvPr>
          <p:cNvSpPr/>
          <p:nvPr/>
        </p:nvSpPr>
        <p:spPr>
          <a:xfrm>
            <a:off x="7996988" y="232609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'4'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6BFE0DC-483B-CCB9-F7CB-6710E07B31E1}"/>
              </a:ext>
            </a:extLst>
          </p:cNvPr>
          <p:cNvSpPr/>
          <p:nvPr/>
        </p:nvSpPr>
        <p:spPr>
          <a:xfrm>
            <a:off x="8807114" y="232609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'\0'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2911C9-2BFD-DA6F-9C90-EDC3EBD74071}"/>
              </a:ext>
            </a:extLst>
          </p:cNvPr>
          <p:cNvSpPr txBox="1"/>
          <p:nvPr/>
        </p:nvSpPr>
        <p:spPr>
          <a:xfrm>
            <a:off x="9694918" y="1860884"/>
            <a:ext cx="22188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'a' =&gt; 97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07ADC3-A666-881E-0F4F-4A2DB2AEDED3}"/>
              </a:ext>
            </a:extLst>
          </p:cNvPr>
          <p:cNvSpPr txBox="1"/>
          <p:nvPr/>
        </p:nvSpPr>
        <p:spPr>
          <a:xfrm>
            <a:off x="9694918" y="2445659"/>
            <a:ext cx="22188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'A' =&gt; 65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2BB2CC-B6A9-0751-F815-67E242B597B2}"/>
              </a:ext>
            </a:extLst>
          </p:cNvPr>
          <p:cNvSpPr txBox="1"/>
          <p:nvPr/>
        </p:nvSpPr>
        <p:spPr>
          <a:xfrm>
            <a:off x="9694918" y="3030434"/>
            <a:ext cx="22188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'0' =&gt; 48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E571D3B-451F-99A5-C6C2-308879F9DF06}"/>
              </a:ext>
            </a:extLst>
          </p:cNvPr>
          <p:cNvSpPr/>
          <p:nvPr/>
        </p:nvSpPr>
        <p:spPr>
          <a:xfrm>
            <a:off x="5566610" y="1419728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9F90C78-7F4A-24E2-7530-64241739711F}"/>
              </a:ext>
            </a:extLst>
          </p:cNvPr>
          <p:cNvSpPr/>
          <p:nvPr/>
        </p:nvSpPr>
        <p:spPr>
          <a:xfrm>
            <a:off x="6376736" y="1419727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53293FE-61B4-6762-8C54-3E7DA3FA96F5}"/>
              </a:ext>
            </a:extLst>
          </p:cNvPr>
          <p:cNvSpPr/>
          <p:nvPr/>
        </p:nvSpPr>
        <p:spPr>
          <a:xfrm>
            <a:off x="7186862" y="1419726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5A707F5-B6B1-B79E-44F1-73A2D99BB4A4}"/>
              </a:ext>
            </a:extLst>
          </p:cNvPr>
          <p:cNvSpPr/>
          <p:nvPr/>
        </p:nvSpPr>
        <p:spPr>
          <a:xfrm>
            <a:off x="7996988" y="1419725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3F49574-6479-00B5-B0E4-0F44AC6CD854}"/>
              </a:ext>
            </a:extLst>
          </p:cNvPr>
          <p:cNvSpPr/>
          <p:nvPr/>
        </p:nvSpPr>
        <p:spPr>
          <a:xfrm>
            <a:off x="8807114" y="1419725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'\0'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CBB9E5-5399-E615-870D-6F590B4BDE60}"/>
              </a:ext>
            </a:extLst>
          </p:cNvPr>
          <p:cNvSpPr txBox="1"/>
          <p:nvPr/>
        </p:nvSpPr>
        <p:spPr>
          <a:xfrm>
            <a:off x="9016848" y="5735817"/>
            <a:ext cx="28969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'1'-'0' =&gt; 1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55AC6D-15D0-6904-AA62-23F59BB3ADFE}"/>
              </a:ext>
            </a:extLst>
          </p:cNvPr>
          <p:cNvSpPr txBox="1"/>
          <p:nvPr/>
        </p:nvSpPr>
        <p:spPr>
          <a:xfrm>
            <a:off x="9468895" y="3615209"/>
            <a:ext cx="2444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'\n' =&gt; 10</a:t>
            </a:r>
            <a:endParaRPr lang="ko-KR" altLang="en-US" sz="3200"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A42BD5-81C2-7702-A9C9-E88BB86BE071}"/>
              </a:ext>
            </a:extLst>
          </p:cNvPr>
          <p:cNvSpPr txBox="1"/>
          <p:nvPr/>
        </p:nvSpPr>
        <p:spPr>
          <a:xfrm>
            <a:off x="9412747" y="4199984"/>
            <a:ext cx="22188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200">
                <a:latin typeface="Consolas" panose="020B0609020204030204" pitchFamily="49" charset="0"/>
              </a:rPr>
              <a:t>' ' =&gt; 32</a:t>
            </a:r>
            <a:endParaRPr lang="ko-KR" altLang="en-US" sz="3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190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4B9DE964-4E7D-BEDD-5B13-CDD135874EF8}"/>
              </a:ext>
            </a:extLst>
          </p:cNvPr>
          <p:cNvSpPr txBox="1"/>
          <p:nvPr/>
        </p:nvSpPr>
        <p:spPr>
          <a:xfrm>
            <a:off x="761999" y="200527"/>
            <a:ext cx="1367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"1234"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107633A-AA75-B25B-ED70-940DE3D69B93}"/>
              </a:ext>
            </a:extLst>
          </p:cNvPr>
          <p:cNvSpPr/>
          <p:nvPr/>
        </p:nvSpPr>
        <p:spPr>
          <a:xfrm>
            <a:off x="7900737" y="98107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'1'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9381849-F617-DF2B-47A3-0448F53E714F}"/>
              </a:ext>
            </a:extLst>
          </p:cNvPr>
          <p:cNvSpPr/>
          <p:nvPr/>
        </p:nvSpPr>
        <p:spPr>
          <a:xfrm>
            <a:off x="8710863" y="98106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'2'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A8D343F-5D4B-FC1B-E76C-D059819AF451}"/>
              </a:ext>
            </a:extLst>
          </p:cNvPr>
          <p:cNvSpPr/>
          <p:nvPr/>
        </p:nvSpPr>
        <p:spPr>
          <a:xfrm>
            <a:off x="9520989" y="98105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'3'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5514ABE-3AFF-30E1-0270-0E784FBCE747}"/>
              </a:ext>
            </a:extLst>
          </p:cNvPr>
          <p:cNvSpPr/>
          <p:nvPr/>
        </p:nvSpPr>
        <p:spPr>
          <a:xfrm>
            <a:off x="10331115" y="98104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'4'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6BFE0DC-483B-CCB9-F7CB-6710E07B31E1}"/>
              </a:ext>
            </a:extLst>
          </p:cNvPr>
          <p:cNvSpPr/>
          <p:nvPr/>
        </p:nvSpPr>
        <p:spPr>
          <a:xfrm>
            <a:off x="11141241" y="98104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'\0'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E571D3B-451F-99A5-C6C2-308879F9DF06}"/>
              </a:ext>
            </a:extLst>
          </p:cNvPr>
          <p:cNvSpPr/>
          <p:nvPr/>
        </p:nvSpPr>
        <p:spPr>
          <a:xfrm>
            <a:off x="7900737" y="1285223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9F90C78-7F4A-24E2-7530-64241739711F}"/>
              </a:ext>
            </a:extLst>
          </p:cNvPr>
          <p:cNvSpPr/>
          <p:nvPr/>
        </p:nvSpPr>
        <p:spPr>
          <a:xfrm>
            <a:off x="8710863" y="1285222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53293FE-61B4-6762-8C54-3E7DA3FA96F5}"/>
              </a:ext>
            </a:extLst>
          </p:cNvPr>
          <p:cNvSpPr/>
          <p:nvPr/>
        </p:nvSpPr>
        <p:spPr>
          <a:xfrm>
            <a:off x="9520989" y="1285221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5A707F5-B6B1-B79E-44F1-73A2D99BB4A4}"/>
              </a:ext>
            </a:extLst>
          </p:cNvPr>
          <p:cNvSpPr/>
          <p:nvPr/>
        </p:nvSpPr>
        <p:spPr>
          <a:xfrm>
            <a:off x="10331115" y="1285220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3F49574-6479-00B5-B0E4-0F44AC6CD854}"/>
              </a:ext>
            </a:extLst>
          </p:cNvPr>
          <p:cNvSpPr/>
          <p:nvPr/>
        </p:nvSpPr>
        <p:spPr>
          <a:xfrm>
            <a:off x="11141241" y="1285220"/>
            <a:ext cx="810126" cy="882315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'\0'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498B27-7CE8-E344-6562-02B8BCD958B2}"/>
              </a:ext>
            </a:extLst>
          </p:cNvPr>
          <p:cNvSpPr txBox="1"/>
          <p:nvPr/>
        </p:nvSpPr>
        <p:spPr>
          <a:xfrm>
            <a:off x="856660" y="980419"/>
            <a:ext cx="5902578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int my_atoi( char *s 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int n=0; 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int i;</a:t>
            </a:r>
          </a:p>
          <a:p>
            <a:pPr algn="l"/>
            <a:endParaRPr lang="en-US" altLang="ko-KR" sz="2800">
              <a:latin typeface="Consolas" panose="020B0609020204030204" pitchFamily="49" charset="0"/>
            </a:endParaRP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for(i=0; s[i] ; i++)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{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    n = n*10 + s[i] - '0';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}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   return n;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}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095357-DBF9-2CEB-500F-AACD8BEC6582}"/>
              </a:ext>
            </a:extLst>
          </p:cNvPr>
          <p:cNvSpPr txBox="1"/>
          <p:nvPr/>
        </p:nvSpPr>
        <p:spPr>
          <a:xfrm>
            <a:off x="7411360" y="277651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s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4EF5E6-25C7-10A2-E764-A7E042E88DB0}"/>
              </a:ext>
            </a:extLst>
          </p:cNvPr>
          <p:cNvSpPr txBox="1"/>
          <p:nvPr/>
        </p:nvSpPr>
        <p:spPr>
          <a:xfrm>
            <a:off x="7327983" y="140862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n</a:t>
            </a:r>
            <a:endParaRPr lang="ko-KR" altLang="en-US" sz="2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084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28DA3F10-89A6-352F-4B7C-6EDC42D88A05}"/>
              </a:ext>
            </a:extLst>
          </p:cNvPr>
          <p:cNvSpPr/>
          <p:nvPr/>
        </p:nvSpPr>
        <p:spPr>
          <a:xfrm>
            <a:off x="2775284" y="1868905"/>
            <a:ext cx="1580148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main.c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B5D6C4-8927-DA81-D7D0-3B8C28567070}"/>
              </a:ext>
            </a:extLst>
          </p:cNvPr>
          <p:cNvSpPr/>
          <p:nvPr/>
        </p:nvSpPr>
        <p:spPr>
          <a:xfrm>
            <a:off x="5903495" y="1868904"/>
            <a:ext cx="1580148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atoi.c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D44045-0BCA-27C2-00D3-B78E39A5B488}"/>
              </a:ext>
            </a:extLst>
          </p:cNvPr>
          <p:cNvSpPr/>
          <p:nvPr/>
        </p:nvSpPr>
        <p:spPr>
          <a:xfrm>
            <a:off x="4355432" y="393030"/>
            <a:ext cx="1580148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main.h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7D38DBC-2A85-72FC-46F8-A0181F70E837}"/>
              </a:ext>
            </a:extLst>
          </p:cNvPr>
          <p:cNvCxnSpPr>
            <a:stCxn id="6" idx="0"/>
            <a:endCxn id="8" idx="2"/>
          </p:cNvCxnSpPr>
          <p:nvPr/>
        </p:nvCxnSpPr>
        <p:spPr>
          <a:xfrm flipV="1">
            <a:off x="3565358" y="1026693"/>
            <a:ext cx="1580148" cy="842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9E9F941-6C9E-B203-F090-B94804983252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H="1" flipV="1">
            <a:off x="5145506" y="1026693"/>
            <a:ext cx="1548063" cy="842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908C28D-F4A4-6A86-732A-ED8EC0E64B7D}"/>
              </a:ext>
            </a:extLst>
          </p:cNvPr>
          <p:cNvSpPr/>
          <p:nvPr/>
        </p:nvSpPr>
        <p:spPr>
          <a:xfrm>
            <a:off x="2775284" y="3344780"/>
            <a:ext cx="1580148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main.o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C0C4E3F-68B9-B59B-C0DC-9E7625FA952D}"/>
              </a:ext>
            </a:extLst>
          </p:cNvPr>
          <p:cNvCxnSpPr>
            <a:cxnSpLocks/>
            <a:stCxn id="15" idx="0"/>
            <a:endCxn id="6" idx="2"/>
          </p:cNvCxnSpPr>
          <p:nvPr/>
        </p:nvCxnSpPr>
        <p:spPr>
          <a:xfrm flipV="1">
            <a:off x="3565358" y="2502568"/>
            <a:ext cx="0" cy="842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2DF23601-5C9F-10F1-4018-E11A4E417839}"/>
              </a:ext>
            </a:extLst>
          </p:cNvPr>
          <p:cNvCxnSpPr>
            <a:cxnSpLocks/>
            <a:stCxn id="22" idx="0"/>
            <a:endCxn id="15" idx="2"/>
          </p:cNvCxnSpPr>
          <p:nvPr/>
        </p:nvCxnSpPr>
        <p:spPr>
          <a:xfrm flipH="1" flipV="1">
            <a:off x="3565358" y="3978443"/>
            <a:ext cx="1580148" cy="842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05968C0-F768-EFE4-EF08-D73596A5DE06}"/>
              </a:ext>
            </a:extLst>
          </p:cNvPr>
          <p:cNvSpPr/>
          <p:nvPr/>
        </p:nvSpPr>
        <p:spPr>
          <a:xfrm>
            <a:off x="5907506" y="3344780"/>
            <a:ext cx="1580148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atoi.o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FD0E5DC-88D7-8804-6B4C-CD6E67DE9C8E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6697580" y="2502568"/>
            <a:ext cx="0" cy="842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0C5AAD-63A5-08B7-9753-6B856A7BF437}"/>
              </a:ext>
            </a:extLst>
          </p:cNvPr>
          <p:cNvSpPr/>
          <p:nvPr/>
        </p:nvSpPr>
        <p:spPr>
          <a:xfrm>
            <a:off x="4355432" y="4820655"/>
            <a:ext cx="1580148" cy="63366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myapp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323A0F3-7439-94A6-6F96-C32A55B5E44E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flipV="1">
            <a:off x="5145506" y="3978443"/>
            <a:ext cx="1552074" cy="842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3968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BD428E-F745-220A-A9A0-CD5D32AAEFE8}"/>
              </a:ext>
            </a:extLst>
          </p:cNvPr>
          <p:cNvSpPr txBox="1"/>
          <p:nvPr/>
        </p:nvSpPr>
        <p:spPr>
          <a:xfrm>
            <a:off x="240632" y="401052"/>
            <a:ext cx="528221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myapp : main.o atoi.o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gcc main.o atoi.o -o myapp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main.o : main.c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gcc -c main.c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atoi.o : atoi.c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gcc -c atoi.c</a:t>
            </a:r>
          </a:p>
          <a:p>
            <a:pPr algn="l"/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F06F4-72CD-8FC7-8327-9F74DD9CE869}"/>
              </a:ext>
            </a:extLst>
          </p:cNvPr>
          <p:cNvSpPr txBox="1"/>
          <p:nvPr/>
        </p:nvSpPr>
        <p:spPr>
          <a:xfrm>
            <a:off x="6096000" y="328863"/>
            <a:ext cx="528221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OBJS = main.o atoi.o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TARGET = myapp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CC = gcc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CFLAGS = -c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$(TARGET) : $(OBJS)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$(CC) $(OBJS) -o $(TARGET)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.c.o :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$(CC) $(CFLAGS) $&lt;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clean :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rm -rf $(TARGET) $(OBJS)</a:t>
            </a:r>
          </a:p>
          <a:p>
            <a:pPr algn="l"/>
            <a:endParaRPr lang="ko-KR" altLang="en-US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94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12700">
          <a:solidFill>
            <a:schemeClr val="tx1">
              <a:lumMod val="50000"/>
              <a:lumOff val="50000"/>
            </a:schemeClr>
          </a:solidFill>
        </a:ln>
      </a:spPr>
      <a:bodyPr lIns="36000" rIns="36000" rtlCol="0" anchor="ctr"/>
      <a:lstStyle>
        <a:defPPr algn="ctr">
          <a:defRPr sz="200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mtClean="0">
            <a:latin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3106</TotalTime>
  <Words>940</Words>
  <Application>Microsoft Office PowerPoint</Application>
  <PresentationFormat>와이드스크린</PresentationFormat>
  <Paragraphs>231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디지털노마드연구소</dc:creator>
  <cp:lastModifiedBy>디지털노마드연구소</cp:lastModifiedBy>
  <cp:revision>20</cp:revision>
  <dcterms:created xsi:type="dcterms:W3CDTF">2026-05-04T10:27:52Z</dcterms:created>
  <dcterms:modified xsi:type="dcterms:W3CDTF">2026-06-09T08:30:44Z</dcterms:modified>
</cp:coreProperties>
</file>