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2" autoAdjust="0"/>
    <p:restoredTop sz="94610"/>
  </p:normalViewPr>
  <p:slideViewPr>
    <p:cSldViewPr snapToGrid="0" snapToObjects="1">
      <p:cViewPr>
        <p:scale>
          <a:sx n="156" d="100"/>
          <a:sy n="156" d="100"/>
        </p:scale>
        <p:origin x="1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811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타이틀. 도구 모음(index)과 워크시트 링크를 먼저 열어 전원이 접속되는지 확인한다. 워크시트는 세션마다 '제출 화면 만들기'로 카드를 캡처해 제출한다(제출 채널: 강사 확정).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그림은 하루 종일 지우지 않는다. 각 세션의 확인 문구 답은 이 그림의 상자 이름으로 나와야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산출물: /proc/&lt;PID&gt;/fd 에 3 -&gt; a.txt (deleted) 가 보이는 화면. python3가 없으면 sleep 1000 &lt; a.txt &amp; 로 대체(강사 확정).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산출물: 세 번의 time cat 결과가 나란히 찍힌 화면. drop_caches는 sudo 필요(강사 확정). 무거우면 실습 2는 시연으로 대체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산출물: /proc/$$/fd/1 이 pts → out.txt → /dev/tty 로 바뀌는 화면 3장. 이 세션 끝에 '셸이 명령을 실행하는 것도 이 fork'라고 한 문장으로 오후를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산출물: Permission denied → 성공 화면, $? 가 0이 아닌 값으로 찍힌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스냅샷. 학생 파일과 diff로 비교시킨다.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산출물: 빈 값/값 있음 화면 + 3줄 쌓인 test.log.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S5 확인 문장 뒤에 이 화면을 띄우고, 학생 파일과 다른 줄이 있으면 고치게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소스 [강사 확정]: 센서 미준비 시 /sys/class/thermal/thermal_zone*/temp 또는 tegrastats. 확정되면 도구 #14의 'sensor' 이름도 맞춤.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 줄의 경로를 확정된 데이터 소스로 바꾸는 것 외에는 그대로 쓴다. 애니메이션 #14의 예제 명령과 같은 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 등록을 먼저 해 두면 nohup 실습 동안 로그가 쌓여 대기 시간이 겹친다. SSH 불가 환경이면 실습 2는 터미널 탭 닫기로 대체(강사 확정).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 등록은 v4, nohup 실습은 loop. 하나의 파일만 고치다가 cron이 루프형을 1분마다 겹쳐 띄우는 사고를 이 슬라이드로 예방한다.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도착점. 재부팅 50대 × ~1분 → 재접속 지연에 따라 시간 조정. 제출 채널[강사 확정]: 세션 카드 8장이 이름별로 모이는 구조 추천.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daemon-reload → enable --now → status. crontab 항목은 먼저 지운다.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확정 잔여: S6 데이터 소스, SSH 환경, sudo, 제출 채널, 재부팅 시간, 퀴즈 슬롯. 커리큘럼 md의 미결 7항목과 동일.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index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ops0906.github.io/AI_CAMPUS/os-day3/anim/worksheet.htm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a01_open_fd_dentry_inode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os-day3/anim/worksheet.html" TargetMode="External"/><Relationship Id="rId4" Type="http://schemas.openxmlformats.org/officeDocument/2006/relationships/hyperlink" Target="https://devops0906.github.io/AI_CAMPUS/os-day3/anim/a04_close_refcount_unlink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a02_read_page_cache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os-day3/anim/worksheet.html" TargetMode="External"/><Relationship Id="rId4" Type="http://schemas.openxmlformats.org/officeDocument/2006/relationships/hyperlink" Target="https://devops0906.github.io/AI_CAMPUS/os-day3/anim/a03_write_dirty_writeback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a05_fork_dup2_fd_share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ops0906.github.io/AI_CAMPUS/os-day3/anim/worksheet.html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a10_vi_three_modes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ops0906.github.io/AI_CAMPUS/os-day3/anim/worksheet.html" TargetMode="External"/><Relationship Id="rId5" Type="http://schemas.openxmlformats.org/officeDocument/2006/relationships/hyperlink" Target="https://devops0906.github.io/AI_CAMPUS/os-day3/anim/a12_fork_exec_wait_loop.html" TargetMode="External"/><Relationship Id="rId4" Type="http://schemas.openxmlformats.org/officeDocument/2006/relationships/hyperlink" Target="https://devops0906.github.io/AI_CAMPUS/os-day3/anim/a11_execve_shebang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scripts/collect_v1.sh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a13_source_vs_exec_env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os-day3/anim/worksheet.html" TargetMode="External"/><Relationship Id="rId4" Type="http://schemas.openxmlformats.org/officeDocument/2006/relationships/hyperlink" Target="https://devops0906.github.io/AI_CAMPUS/os-day3/anim/a15_if_exit_status.htm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scripts/collect_v2.sh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a14_pipe_buffer_dup2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ops0906.github.io/AI_CAMPUS/os-day3/anim/worksheet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scripts/collect_v3.sh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a16_sighup_nohup_setsid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os-day3/anim/worksheet.html" TargetMode="External"/><Relationship Id="rId4" Type="http://schemas.openxmlformats.org/officeDocument/2006/relationships/hyperlink" Target="https://devops0906.github.io/AI_CAMPUS/os-day3/anim/a17_cron_daemon_env.html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scripts/collect_v4.sh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ops0906.github.io/AI_CAMPUS/os-day3/anim/scripts/collect_loop.sh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a18_systemd_boot_restart.html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ops0906.github.io/AI_CAMPUS/os-day3/anim/worksheet.html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scripts/collect_loop.sh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ops0906.github.io/AI_CAMPUS/os-day3/anim/scripts/collect.service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os-day3/anim/index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ops0906.github.io/AI_CAMPUS/os-day3/anim/workshee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3 · 2026-10-07 (수) · JETSON ORIN NANO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 파일을 다루는 방식 → 스크립트 자동화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오전: fd 테이블 · struct file · dentry · inode · fork 그림을 세운다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오후: 그 그림 위에서 collect.sh 하나를 키워 systemd 서비스로 올린다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6758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965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Jetson을 켜기만 하면 로그 수집 스크립트가 자동으로 뜨고, SSH를 끊어도 죽지 않으며, 죽으면 스스로 다시 뜬다 — 그리고 그 한 줄 한 줄이 커널 안의 어떤 구조를 움직이는지 그림으로 설명할 수 있다.</a:t>
            </a:r>
            <a:endParaRPr lang="en-US" sz="1500" dirty="0"/>
          </a:p>
        </p:txBody>
      </p:sp>
      <p:sp>
        <p:nvSpPr>
          <p:cNvPr id="8" name="Text 6">
            <a:hlinkClick r:id="rId3"/>
          </p:cNvPr>
          <p:cNvSpPr txBox="1"/>
          <p:nvPr/>
        </p:nvSpPr>
        <p:spPr>
          <a:xfrm>
            <a:off x="548640" y="512064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도구 모음 (index)</a:t>
            </a:r>
            <a:endParaRPr lang="en-US" sz="1200" dirty="0"/>
          </a:p>
        </p:txBody>
      </p:sp>
      <p:sp>
        <p:nvSpPr>
          <p:cNvPr id="9" name="Text 7">
            <a:hlinkClick r:id="rId4"/>
          </p:cNvPr>
          <p:cNvSpPr txBox="1"/>
          <p:nvPr/>
        </p:nvSpPr>
        <p:spPr>
          <a:xfrm>
            <a:off x="4023360" y="5120640"/>
            <a:ext cx="475488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(worksheet.html)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기본 주소  https://devops0906.github.io/AI_CAMPUS/os-day3/anim/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—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어제까지는 겉모습, 오늘은 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1~2에서 본 트리·경로·마운트·권한·장치 파일은 전부 '이름'의 세계였습니다. 오늘은 이름이 사라진 뒤 커널 안에서 무엇이 움직이는지를 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385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1~2 · 겉모습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9152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/ 에서 뻗는 트리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절대경로 · 상대경로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마운트 — 가지 접붙이기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rwx 권한 — 세 사람과 문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/dev · /sys — 장치도 파일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526280" y="19385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오전 · 커널 내부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359152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open() → fd 테이블·struct file·dentry·inode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read()/write() → 페이지 캐시·dirty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close()/rm → 참조 카운트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fork()/dup2() → fd 복사·파일 공유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321040" y="19385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오후 · 자동화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359152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./collect.sh → execve·#!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fork·exec·wait·$?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변수·조건·파이프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SIGHUP·cron·systemd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069080" y="3566160"/>
            <a:ext cx="22860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863840" y="3566160"/>
            <a:ext cx="22860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오후의 모든 현상(권한 오류 · cd가 안 먹음 · 변수 소실 · 파이프 · SIGHUP)은 오전 그림으로 되돌아가 설명됩니다.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 · 오늘의 지도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8세션 — 오전은 그림, 오후는 그 그림 위의 스크립트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572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 #4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open() · close()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 · struct file · dentry · inode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463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547872" y="1572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 #3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read() · write()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캐시 · dirty · writeback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364224" y="1572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461504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fork() · dup2()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 복사 · struct file 공유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97696" y="1463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180576" y="1572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0277856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 #12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· 프로세스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80576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#! · execve · fork·exec·wait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31520" y="3858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828800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 #15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· 분기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937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 source export · $? · &amp;&amp; ||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64992" y="3749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3547872" y="3858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4645152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#14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547872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547872" y="4937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버퍼 · 동시 실행 · SIGPIPE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81344" y="3749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6364224" y="3858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461504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#16 #17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· cron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364224" y="4937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SIGHUP · nohup · 1분 루프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97696" y="3749040"/>
            <a:ext cx="26517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9180576" y="3858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10277856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#18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180576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 (도착점)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180576" y="4937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부팅 · Restart · unit 10줄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색칠된 세 칸이 오전(커널 그림). 숫자는 도구(애니메이션) 번호 — 워크시트의 도구 ▶ 버튼과 같습니다.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—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하루 재사용할 그림 하나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세 세션이 이 다섯 상자를 세우고, 오후 다섯 세션이 이 위에서 돕니다. 칠판에 고정으로 그려 두세요.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49808" y="206654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95728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코드: open/read/…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371246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 테이블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04164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→ 터미널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터미널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→ 터미널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→ struct file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0" y="310896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3950208" y="316382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 file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3493008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f_pos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f_inode →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참조 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0880" y="20116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150608" y="206654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dentry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239572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'a.txt' → inode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365760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150608" y="371246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inode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4041648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권한 · 크기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블록 위치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링크 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58400" y="365760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6A5A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10168128" y="3712464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168128" y="4041648"/>
            <a:ext cx="1517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블록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페이지 캐시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17520" y="4297680"/>
            <a:ext cx="82296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217920" y="3840480"/>
            <a:ext cx="822960" cy="36576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229600" y="3108960"/>
            <a:ext cx="0" cy="54864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418320" y="4389120"/>
            <a:ext cx="64008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429000" y="1828800"/>
            <a:ext cx="0" cy="3931920"/>
          </a:xfrm>
          <a:prstGeom prst="line">
            <a:avLst/>
          </a:prstGeom>
          <a:noFill/>
          <a:ln w="12700">
            <a:solidFill>
              <a:srgbClr val="36429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400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유저 공간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8404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커널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fork()는 왼쪽 두 상자를 복사하고, 가운데 struct file은 공유한다 — 오후의 리다이렉션·파이프·스크립트는 전부 이 한 문장의 응용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S1 · 오전 09:00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open() 한 번에 커널 안에서 벌어지는 일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fd가 배열 인덱스이고, 파일은 이름이 아니라 inode라는 것을 /proc/&lt;PID&gt;/fd 로 눈으로 확인한다.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“fd는 그냥 배열 인덱스이고, 파일은 이름이 아니라 inode다.”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S1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open("/home/user/a.txt") — 아홉 단계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 정상 open 시나리오와 같은 순서입니다. 경로는 dentry에서 끝나고, 그 뒤는 전부 inode입니다.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7830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콜 경계를 넘어 커널로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04872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2~5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4048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dentry 캐시를 / → home → user → a.txt 순서로 짚음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26664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02666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dentry가 inode #8812를 가리킴 — 이름은 여기까지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48456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64845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inode의 권한 비트 검사 (셸이 아니라 커널)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70248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27024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 file 생성: f_pos=0, inode 가리킴, 참조 수 1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9204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920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 테이블 빈 슬롯: 0·1·2 사용 중 → 3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13832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5138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 슬롯 → struct file, 숫자 3 반환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80960" y="178308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FBEAE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863840" y="1892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파일이면?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2313432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5단계에서 멈춤. 음수 dentry가 남고 struct file은 만들지 않음.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-1, errno = ENOENT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0" y="393192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FBEAEA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863840" y="40416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권한이 없으면?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4462272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6단계에서 멈춤. 이름 찾기는 성공했지만 inode 검사 실패.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-1, errno = EACCES ('Permission denied')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S1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 했는데 df가 안 줄어드는 이유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이름표(dentry) · 열린 파일(struct file) · 본체(inode·블록)는 각각 따로 사라집니다 — 도구 #4의 세 시나리오.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close()만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9152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 슬롯 비움 → 참조 수 0 → struct file 해제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inode·블록은 그대로.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close는 '지우기'가 아니라 '손 떼기'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48056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채로 rm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59152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 제거, 링크 수 0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struct file이 inode를 잡고 있음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블록 해제 안 됨, df 그대로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/proc/PID/fd 에 (deleted)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close 때 비로소 해제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열린 파일 rm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359152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수 0 + 열린 파일 0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즉시 inode·블록 해제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(내용은 덮어쓰기 전까지 남아 있을 수 있음)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현장: 커다란 로그 파일을 rm 했는데 여유 공간이 안 늘면, 그 파일을 열고 있는 프로세스를 찾아 close(재시작)해야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S1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python3 -c "f=open('a.txt','w'); import os; print(f.fileno()); input()" 실행 → 3 출력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터미널: ls -l /proc/&lt;PID&gt;/fd → 3번 슬롯이 a.txt 인 것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rm a.txt → 다시 ls -l /proc/&lt;PID&gt;/fd → (deleted)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종료(Enter) → 항목 사라짐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S1 6문항 → 제출 화면 만들기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 open() — 경로 탐색에서 fd까지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#4 close()·rm — 참조 카운트</a:t>
            </a:r>
            <a:endParaRPr lang="en-US" sz="1200" dirty="0"/>
          </a:p>
        </p:txBody>
      </p:sp>
      <p:sp>
        <p:nvSpPr>
          <p:cNvPr id="8" name="Text 6">
            <a:hlinkClick r:id="rId5"/>
          </p:cNvPr>
          <p:cNvSpPr txBox="1"/>
          <p:nvPr/>
        </p:nvSpPr>
        <p:spPr>
          <a:xfrm>
            <a:off x="7589520" y="3008376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S1 제출 화면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「왼쪽 화면에서 실패한 건 셸이 막은 건가요, 커널이 막은 건가요?」 → 전원 “커널”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S2 · 오전 10:00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read()·write() — 디스크는 언제 실제로 움직이나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read는 두 번째부터 빠르고, write는 아직 디스크에 없다 — time cat 세 번으로 증명한다.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“read는 두 번째부터 빠르고, write는 아직 디스크에 없다.”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S2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read(3, buf, 4096) — 캐시 미스 vs 히트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그림의 inode 오른쪽에 페이지 캐시와 디스크 상자를 붙입니다. 디스크는 미스일 때만 움직입니다.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49808" y="2066544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9572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read(3,buf,4096)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20116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3310128" y="2066544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 file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310128" y="239572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f_pos = 0 → 4096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20116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870448" y="2066544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inode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239572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address_space →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39319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870448" y="3986784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캐시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870448" y="431596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페이지 0: (없음)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'hello…' ✓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0" y="39319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6A5A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887968" y="3986784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87968" y="431596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블록 #10457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0" y="2697480"/>
            <a:ext cx="45720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303520" y="2697480"/>
            <a:ext cx="45720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812280" y="3383280"/>
            <a:ext cx="0" cy="54864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863840" y="4617720"/>
            <a:ext cx="914400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760720" y="4617720"/>
            <a:ext cx="0" cy="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36576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copy_to_user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미스일 때만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778240" y="2011680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8961120" y="2121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read (히트)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254203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0이 이미 캐시에 있음 → 디스크 안 감 → 마이크로초. 캐시는 inode 단위 공유, f_pos는 struct file마다.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Jetson에서 같은 모델 파일을 두 번째 로드할 때 빠른 이유가 이 그림입니다.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S2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write()는 페이지 캐시에만 쓰고 돌아온다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#3의 세 시나리오. 디스크에 닿는 시점을 정하는 것은 writeback 스레드 또는 fsync입니다.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방치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9152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→ 페이지 dirty → 즉시 반환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30초 뒤 writeback 스레드가 flush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그제야 디스크가 'new'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48056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fsync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59152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→ dirty → fsync(3)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프로세스가 잠들고 블록 쓰기 완료 후 반환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반환 전까지 디스크 보장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차단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359152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반환 = 3 (성공)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전원 차단 → RAM 소멸 → dirty 페이지 소멸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재부팅 후 'hello'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31520" y="500176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규칙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42239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 SD카드를 뽑거나 전원을 끊기 전에 sync. 'sync 없이 전원 뽑지 마라'는 미신이 아니라 이 그림입니다. (저널링이 지키는 것은 메타데이터이지 방금 쓴 데이터가 아님 — Day 4 심화)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S2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 if=/dev/urandom of=big bs=1M count=200 으로 200 MB 파일 생성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cat big &gt; /dev/null 두 번 → real 시간 비교 (느림 → 빠름)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-h 의 buff/cache 값 관찰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3 | sudo tee /proc/sys/vm/drop_caches → time cat 다시 (느려짐)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S2 7문항 → 제출 화면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#2 read() — 페이지 캐시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#3 write() — dirty·writeback</a:t>
            </a:r>
            <a:endParaRPr lang="en-US" sz="1200" dirty="0"/>
          </a:p>
        </p:txBody>
      </p:sp>
      <p:sp>
        <p:nvSpPr>
          <p:cNvPr id="8" name="Text 6">
            <a:hlinkClick r:id="rId5"/>
          </p:cNvPr>
          <p:cNvSpPr txBox="1"/>
          <p:nvPr/>
        </p:nvSpPr>
        <p:spPr>
          <a:xfrm>
            <a:off x="7589520" y="3008376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S2 제출 화면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「Jetson 전원을 그냥 뽑으면 방금 저장한 파일이 사라질 수 있는 이유는?」 → “dirty 페이지가 아직 안 내려가서”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S3 · 오전 11:00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fork()·dup2() — 프로세스가 복제될 때 fd는 어떻게 되나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 테이블은 복사, struct file은 공유 — 그래서 f_pos가 같이 움직이고, 그래서 &gt; 리다이렉션이 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“fd 테이블은 복사되지만 struct file은 공유된다 — 그래서 &gt;가 된다.”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S3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복사되는 것 = 화살표, 공유되는 것 = struct 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왼쪽은 도구 #5 첫 시나리오(f_pos 공유), 오른쪽은 두 번째 시나리오(ls &gt; out.txt)의 일곱 단계입니다.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49808" y="1975104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 (PID 500)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04288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→ tty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tty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→ file 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3895344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(PID 501)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224528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→ tty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tty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→ file 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283464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3675888" y="2889504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 file 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3218688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f_pos = 0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100 → 200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참조 수 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34640" y="3108960"/>
            <a:ext cx="731520" cy="18288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834640" y="4572000"/>
            <a:ext cx="73152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5577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부모가 100 B 읽으면 자식은 100부터 읽는다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&gt; out.txt 의 일곱 단계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3774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bash가 `ls &gt; out.txt` 읽고 fork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자식: open(out.txt) → fd 3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자식: dup2(3, 1) — 1번 화살표를 파일로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자식: close(3)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자식: execve(/bin/ls) — fd 테이블은 유지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ls는 평소처럼 fd 1에 write (파일인지 모름)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 bash의 1번은 여전히 터미널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S3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-l /proc/$$/fd → 내 셸의 0·1·2가 /dev/pts/N 인 것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 로 자식 셸 → ls -l /proc/$$/fd → 같은 pts (복사됨)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 1&gt;out.txt → ls -l /proc/$$/fd/1 이 out.txt 인 것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 1&gt;/dev/tty 로 복귀 → cat out.txt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S3 6문항 → 제출 화면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#5 fork·dup2 — fd 공유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S3 제출 화면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「ls &gt; out.txt 에서 ls는 자기 출력이 파일로 가는 걸 아나요?」 → “모른다, fd 1이 바뀌었을 뿐”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오전 → 오후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스크립트도 이 그림으로 돈다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2A3578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./collect.sh 가 Permission denied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06440" y="2395728"/>
            <a:ext cx="457200" cy="0"/>
          </a:xfrm>
          <a:prstGeom prst="line">
            <a:avLst/>
          </a:prstGeom>
          <a:noFill/>
          <a:ln w="25400">
            <a:solidFill>
              <a:srgbClr val="FFC24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400800" y="21031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 — inode 권한 검사는 커널이 한다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2A3578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안의 cd가 터미널에 안 남음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06440" y="3145536"/>
            <a:ext cx="457200" cy="0"/>
          </a:xfrm>
          <a:prstGeom prst="line">
            <a:avLst/>
          </a:prstGeom>
          <a:noFill/>
          <a:ln w="25400">
            <a:solidFill>
              <a:srgbClr val="FFC24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00800" y="285292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— 스크립트는 자식 bash, cwd는 자식 것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02736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2A3578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변수가 사라짐 / source면 남음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06440" y="3895344"/>
            <a:ext cx="457200" cy="0"/>
          </a:xfrm>
          <a:prstGeom prst="line">
            <a:avLst/>
          </a:prstGeom>
          <a:noFill/>
          <a:ln w="25400">
            <a:solidFill>
              <a:srgbClr val="FFC24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3602736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— 변수는 프로세스 안에 산다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52544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2A3578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와 | 가 되는 이유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06440" y="4645152"/>
            <a:ext cx="457200" cy="0"/>
          </a:xfrm>
          <a:prstGeom prst="line">
            <a:avLst/>
          </a:prstGeom>
          <a:noFill/>
          <a:ln w="25400">
            <a:solidFill>
              <a:srgbClr val="FFC24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400800" y="435254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— dup2로 fd 1·0의 화살표를 바꾼다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02352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2A3578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 끊으면 죽음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06440" y="5394960"/>
            <a:ext cx="457200" cy="0"/>
          </a:xfrm>
          <a:prstGeom prst="line">
            <a:avLst/>
          </a:prstGeom>
          <a:noFill/>
          <a:ln w="25400">
            <a:solidFill>
              <a:srgbClr val="FFC24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00800" y="510235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— 같은 세션의 자식이라 SIGHUP을 같이 받는다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오후에는 collect.sh 파일 하나를 S4에서 만들어 S8에서 서비스로 올린다. 세션마다 한 겹씩 얹는다.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S4 · 오후 13:00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./collect.sh — 스크립트가 실행되고 프로세스가 된다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권한은 커널이 검사하고, 스크립트는 한 줄마다 fork·exec·wait를 반복하는 공장이다.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“스크립트는 S3의 fork를 한 줄마다 반복하는 공장이다.”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S4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 #!을 읽는 순간 — execve의 세 단계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#11. 텍스트 파일이 '실행'되는 것은 커널이 첫 두 바이트를 보고 /bin/bash를 대신 띄우기 때문입니다.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2715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inode의 x 비트 검사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3639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rw-r--r-- 이면 여기서 끝 → EACCES. #!은 읽어 보지도 않음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97680" y="2606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480560" y="2715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2바이트 읽기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13639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'#!' 이면 스크립트. 뒤의 경로가 인터프리터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2606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229600" y="2715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인터프리터 로드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136392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/bin/bash 를 대신 exec, argv = [/bin/bash, ./run.sh]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31520" y="4773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./run.sh vs bash run.sh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1937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 run.sh 는 실행 대상이 /bin/bash → 커널은 /bin/bash의 x만 검사. run.sh는 r만 있으면 됨.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46634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400800" y="4773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Permission denied 의 출처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51937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셸이 아니라 execve()의 1단계. chmod +x 는 inode의 비트 하나를 켜는 것.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S4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줄이 프로세스가 된다 — fork · exec · wait · $?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#12. bash는 줄마다 이 루프를 한 바퀴 돕니다. 빌트인(cd)만 예외입니다.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= bash 복사본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87168" y="2286000"/>
            <a:ext cx="329184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834640" y="192024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자식의 몸이 ls로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73168" y="2286000"/>
            <a:ext cx="329184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120640" y="192024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부모는 멈춤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59168" y="2286000"/>
            <a:ext cx="329184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406640" y="192024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코드 → 커널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45168" y="2286000"/>
            <a:ext cx="329184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9692640" y="192024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$?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부모가 받음 → 다음 줄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31520" y="3675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$? — 0이 성공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096512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-l → 0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/nonexist → 2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'0이 아니면 실패'. if · &amp;&amp; · || 가 이 값을 본다.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5661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4480560" y="3675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cd는 왜 빌트인인가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096512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cd를 fork로 실행하면 자식의 cwd만 바뀌고 부모는 제자리.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bash 자신이 chdir을 부른다.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46720" y="35661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229600" y="3675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안의 cd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4096512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자체가 터미널 bash의 자식 bash.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안에서 cd 해도 터미널은 제자리.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S4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(5분) #10 미니 vi로 i → 입력 → Esc → :wq 순서 익히기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생성: #!/bin/bash + echo start → ./collect.sh → Permission denied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chmod +x collect.sh → 성공 / bash collect.sh 와 비교 / ls -l 로 x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/nonexist; echo $? 를 스크립트에 넣고 실행 → 값 관찰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/tmp 를 스크립트에 넣고 실행 → 터미널에서 pwd → 제자리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S4 6문항 → 제출 화면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#10 vi 세 모드 — 미니 vi 시뮬레이터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#11 ./run.sh — 커널이 #!을 읽는 순간</a:t>
            </a:r>
            <a:endParaRPr lang="en-US" sz="1200" dirty="0"/>
          </a:p>
        </p:txBody>
      </p:sp>
      <p:sp>
        <p:nvSpPr>
          <p:cNvPr id="8" name="Text 6">
            <a:hlinkClick r:id="rId5"/>
          </p:cNvPr>
          <p:cNvSpPr txBox="1"/>
          <p:nvPr/>
        </p:nvSpPr>
        <p:spPr>
          <a:xfrm>
            <a:off x="7589520" y="3008376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#12 fork·exec·wait·$? 루프</a:t>
            </a:r>
            <a:endParaRPr lang="en-US" sz="1200" dirty="0"/>
          </a:p>
        </p:txBody>
      </p:sp>
      <p:sp>
        <p:nvSpPr>
          <p:cNvPr id="9" name="Text 7">
            <a:hlinkClick r:id="rId6"/>
          </p:cNvPr>
          <p:cNvSpPr txBox="1"/>
          <p:nvPr/>
        </p:nvSpPr>
        <p:spPr>
          <a:xfrm>
            <a:off x="7589520" y="3575304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S4 제출 화면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「cd를 스크립트에 넣었는데 내 터미널은 왜 제자리인가요?」 → “자식 프로세스에서만 이동했다”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S4 · 이 세션 끝의 스크립트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S4가 끝났을 때 collect.sh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— v1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collect.sh — S4 끝의 모습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S4에서 추가: #! 첫 줄 + echo 한 줄. chmod +x 전에는 ./collect.sh 가 Permission denied.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start</a:t>
            </a:r>
            <a:endParaRPr lang="en-US" sz="12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54864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scripts/collect_v1.sh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줄뿐이지만 커널은 이미 x 비트 검사와 #! 읽기를 했다. 이 파일 하나를 S8까지 계속 편집한다.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S5 · 오후 14:00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변수의 수명과 스크립트의 판단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변수는 프로세스 경계를 한 방향으로만 넘고, if는 $?를 읽는다.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“변수는 부모→자식 한 방향으로만 흐르고, if는 $?를 읽는다.”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S5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 · source · export — 변수는 어디까지 살아있나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#13. 변수 상자는 프로세스마다 하나. export는 execve 시점에 복사될 뿐 되돌아오지 않습니다.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./collect.sh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fork+execve → 자식 bash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자식의 상자에 LOG_DIR 생김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종료 → 상자 소멸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터미널: echo $LOG_DIR → 빈 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48056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collect.sh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 없음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bash가 직접 읽어 실행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상자에 LOG_DIR 남음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(.bashrc 를 source로 읽는 이유)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export LOG_DIR=…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execve 때 envp로 자식에 복사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자식이 LOG_DIR=/tmp 로 바꿔도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부모는 그대로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흐름은 부모 → 자식 한 방향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'스크립트에서 설정한 PATH가 왜 터미널에 안 남지?' — 자식의 상자였기 때문.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S5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는 명령이고, if는 $?가 0인지 본다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#15. 조건문은 마법이 아니라 S4 루프의 종료 코드를 읽는 것입니다.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구문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참일 때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거짓일 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8600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-d ~/logs ] || mkdir -p ~/logs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8600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 → [ 가 exit 0 → || 오른쪽 건너뜀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286000"/>
            <a:ext cx="3474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 → exit 1 → || 오른쪽 fork → mkdir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2900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a.txt b.txt &amp;&amp; echo 복사됨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42900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 성공 → 0 → echo 실행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429000"/>
            <a:ext cx="3474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 실패 → 1 → echo는 fork조차 안 됨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7200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cmd; then … fi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57200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cmd의 $? == 0 이면 then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4572000"/>
            <a:ext cx="3474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0이 참인 이유: 성공은 하나, 실패 이유는 여럿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i in 1 2 3; do date &gt;&gt; $LOG_DIR/test.log; done — 반복도 같은 루프를 세 번 도는 것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S5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collect.sh에 LOG_DIR=~/logs 선언 → ./collect.sh 후 echo $LOG_DIR (빈 값)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collect.sh 후 echo $LOG_DIR (값 있음)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-d "$LOG_DIR" ] || mkdir -p "$LOG_DIR" 추가 → 두 번 실행, 첫 번만 생성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i in 1 2 3; do date &gt;&gt; $LOG_DIR/test.log; done → 3줄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S5 7문항 → 제출 화면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#13 ./ vs source vs export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#15 if · &amp;&amp; · || — 종료 코드</a:t>
            </a:r>
            <a:endParaRPr lang="en-US" sz="1200" dirty="0"/>
          </a:p>
        </p:txBody>
      </p:sp>
      <p:sp>
        <p:nvSpPr>
          <p:cNvPr id="8" name="Text 6">
            <a:hlinkClick r:id="rId5"/>
          </p:cNvPr>
          <p:cNvSpPr txBox="1"/>
          <p:nvPr/>
        </p:nvSpPr>
        <p:spPr>
          <a:xfrm>
            <a:off x="7589520" y="3008376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S5 제출 화면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「[ -d ~/logs ]가 실패하면 $?는 몇인가요?」 → “0이 아닌 값”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S5 · 이 세션 끝의 스크립트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S5가 끝났을 때 collect.sh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— v2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collect.sh — S5 끝의 모습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S5에서 추가: LOG_DIR 변수, [ -d ] || mkdir 조건, for 반복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LOG_DIR=~/logs                              # ./collect.sh 로 실행하면 이 변수는 자식 bash 안에만 존재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"$LOG_DIR"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-d "$LOG_DIR" ] || mkdir -p "$LOG_DIR"    # [ 의 $?가 0이 아닐 때만 mkdir 실행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 2 3; do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 &gt;&gt; "$LOG_DIR/test.log"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54864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scripts/collect_v2.sh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추가된 줄: LOG_DIR 변수 · [ -d ] || mkdir -p · for 반복. ./ 로 실행하면 LOG_DIR은 자식 bash 안에서만 산다.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S6 · 오후 15:00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파이프로 로그 만들기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파이프는 S3의 dup2를 두 프로세스에 동시에 적용한 것이다 — collect.sh 본체가 완성된다.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“파이프 양쪽 프로세스는 순서대로가 아니라 동시에 돈다.”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S6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 — 커널 버퍼 하나에 두 프로세스가 꽂힌다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#14. pipe()로 커널에 버퍼 하나, fork 두 번, 각자 dup2, 각자 execve. 데이터는 유저 공간을 거치지 않습니다.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49808" y="206654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 (601)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95728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1 → 파이프(쓰기)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20116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315968" y="2066544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 버퍼 (커널, 64 KB)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315968" y="2395728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채움: 3 KB / 64 KB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20116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430768" y="2066544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grep WARN (602)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2395728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0 → 파이프(읽기)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1 → log.txt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17520" y="2697480"/>
            <a:ext cx="118872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132320" y="2697480"/>
            <a:ext cx="1188720" cy="0"/>
          </a:xfrm>
          <a:prstGeom prst="line">
            <a:avLst/>
          </a:prstGeom>
          <a:noFill/>
          <a:ln w="25400">
            <a:solidFill>
              <a:srgbClr val="36429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31520" y="3858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27939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둘이 동시에 실행. sensor가 write → 버퍼 → grep이 read → 필터 → 파일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97680" y="3749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4480560" y="3858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버퍼가 가득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27939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write가 블록 — 커널이 sensor를 재움. 데이터는 안 버려짐. grep이 읽으면 깨어남 = 흐름 제어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3749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229600" y="3858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먼저 종료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27939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 -1 이 끝나면 읽기 끝 닫힘 → sensor의 다음 write → SIGPIPE → 조용히 종료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S6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본체: 데이터 소스 → grep/awk 추출 → date 붙여 &gt;&gt; $LOG_DIR/sensor.log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2&gt;&amp;1 로 에러도 같은 로그에 → 일부러 오류 내서 찍히는지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-l /proc/$$/fd 는 안 바뀌었음을 재확인 (자식만 바뀜)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 -5 sensor.log 로 타임스탬프 + 값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S6 6문항 → 제출 화면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#14 파이프 버퍼와 dup2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S6 제출 화면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「| 왼쪽이 끝나기 전에 오른쪽이 시작할 수 있나요?」 → “있다”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S6 · 이 세션 끝의 스크립트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S6가 끝났을 때 collect.sh — 본체 완성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— v3 (1회 실행형)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collect.sh — S6 끝의 모습 (1회 실행형)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S6에서 추가: 파이프 본체, { } &gt;&gt; log 2&gt;&amp;1 로 stdout·stderr를 한 파일에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데이터 소스 [강사 확정]: 센서 미준비 시 SoC 온도로 대체, 확정되면 cat 줄만 교체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LOG_DIR=~/logs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-d "$LOG_DIR" ] || mkdir -p "$LOG_DIR"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 /sys/class/thermal/thermal_zone0/temp \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awk -v t="$(date '+%F %T')" '{printf "%s temp=%.1fC\n", t, $1/1000}'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&gt;&gt; "$LOG_DIR/sensor.log" 2&gt;&amp;1</a:t>
            </a:r>
            <a:endParaRPr lang="en-US" sz="12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54864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scripts/collect_v3.sh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 한 줄이 본체. { } &gt;&gt; log 2&gt;&amp;1 로 묶어야 cat의 오류도 같은 로그에 들어간다. 데이터 소스 줄은 [강사 확정] 후 교체.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S7 · 오후 16:00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없이 돌게 하기 — 백그라운드와 cron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터미널을 닫으면 커널이 SIGHUP을 보내고, cron은 내 터미널 환경을 모른다.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“터미널을 닫으면 커널이 SIGHUP을 보내고, cron은 내 터미널 환경을 모른다.”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S7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SSH를 끊으면 왜 죽나 — SIGHUP · nohup · setsid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#16. 터미널이 사라지면 커널이 그 세션 전체에 SIGHUP. 살아남는 길은 무시하거나, 세션을 떠나거나.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./collect.sh &amp;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세션·같은 제어 터미널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 끊김 → 커널이 세션에 SIGHUP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처리기 = 종료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재접속 후 ps → 없음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48056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nohup ./collect.sh &amp;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SIGHUP 처리기를 '무시'로 바꾼 뒤 exec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출력은 nohup.out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bash는 죽고 스크립트는 생존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재접속 후 ps → 있음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setsid ./collect.sh &amp;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세션(SID)의 리더, 제어 터미널 없음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커널은 옛 세션에만 SIGHUP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자체를 받지 않음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systemd 서비스가 사는 방식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보낸 주체는 셸도 sshd도 아닌 커널. 시그널 하나가 세션(SID)이라는 묶음 단위로 배달된다.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S7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— 매 분 깨어나 다섯 칸을 대조하는 데몬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#17. crond는 기다리지 않습니다. 일치한 줄을 fork/exec 하고 다시 잠듭니다.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0–59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8288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0–23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8288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1–31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18288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1–12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182880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926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* * * *  /home/user/collect.sh     ← 매 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9 * * 1  /home/user/backup.sh      ← 월요일 09:00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1828800"/>
            <a:ext cx="4297680" cy="1920240"/>
          </a:xfrm>
          <a:prstGeom prst="roundRect">
            <a:avLst>
              <a:gd name="adj" fmla="val 5714"/>
            </a:avLst>
          </a:prstGeom>
          <a:solidFill>
            <a:srgbClr val="E3EBFA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498080" y="1938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자식이 받는 환경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35915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PATH=/usr/bin:/bin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HOME=/home/user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(터미널 변수 없음)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S5의 envp 복사 그림과 같음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31520" y="41330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'터미널에선 되는데 cron에선 안 됨' 1순위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553712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python3 가 /usr/local/bin 에 있으면 cron의 PATH로는 못 찾음 → exit 127, 오류는 메일함/syslog로.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02336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6400800" y="41330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553712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절대경로(/usr/local/bin/python3) 또는 crontab 맨 위에 PATH=… 한 줄.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S7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(먼저) crontab -e 에 * * * * * /home/&lt;user&gt;/collect.sh 등록만 해 두기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collect_loop.sh(while true 루프)를 SSH에서 &amp; 실행 → 끊고 재접속 → ps → 없음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nohup … &amp; 로 재실행 → 끊고 재접속 → ps → 있음 → kill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sensor.log 에 1분 간격 로그 확인 → 상대경로로 바꿔 cron에서만 실패 재현 → 절대경로로 수정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S7 7문항 → 제출 화면 → 카드 캡처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#16 SIGHUP · nohup · setsid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#17 cron — 1분 루프와 환경</a:t>
            </a:r>
            <a:endParaRPr lang="en-US" sz="1200" dirty="0"/>
          </a:p>
        </p:txBody>
      </p:sp>
      <p:sp>
        <p:nvSpPr>
          <p:cNvPr id="8" name="Text 6">
            <a:hlinkClick r:id="rId5"/>
          </p:cNvPr>
          <p:cNvSpPr txBox="1"/>
          <p:nvPr/>
        </p:nvSpPr>
        <p:spPr>
          <a:xfrm>
            <a:off x="7589520" y="3008376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S7 제출 화면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84648"/>
            <a:ext cx="11064240" cy="713232"/>
          </a:xfrm>
          <a:prstGeom prst="roundRect">
            <a:avLst>
              <a:gd name="adj" fmla="val 39744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「SSH를 끊었을 때 스크립트를 죽인 건 누구?」 → “커널의 SIGHUP” / 「cron에서만 안 되면 먼저 볼 것은?」 → “환경변수·PATH”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S7 · 이 세션 끝의 스크립트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S7가 끝났을 때 — 두 가지 형태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— cron용 (1회형)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39496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collect.sh — S7 cron 등록용 최종 (1회 실행형)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S7에서 추가: PATH 명시 + 절대경로 (cron은 터미널 환경을 모른다)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crontab -e :  * * * * * /home/user/collect.sh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PATH=/usr/local/bin:/usr/bin:/bin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LOG_DIR=/home/user/logs        # ~ 대신 절대경로, 계정명으로 교체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-d "$LOG_DIR" ] || mkdir -p "$LOG_DIR"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 /sys/class/thermal/thermal_zone0/temp \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awk -v t="$(date '+%F %T')" '{printf "%s temp=%.1fC\n", t, $1/1000}'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&gt;&gt; "$LOG_DIR/sensor.log" 2&gt;&amp;1</a:t>
            </a:r>
            <a:endParaRPr lang="en-US" sz="85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54864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scripts/collect_v4.sh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collect_loop.sh — 백그라운드용 (루프형)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645920"/>
            <a:ext cx="539496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collect_loop.sh — S7 백그라운드(&amp;·nohup) 실습 + S8 systemd 서비스용 (상시형)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S7에서 추가: while true + sleep 5. 1회형 collect.sh와 이름을 구분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PATH=/usr/local/bin:/usr/bin:/bin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LOG_DIR=/home/user/logs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-d "$LOG_DIR" ] || mkdir -p "$LOG_DIR"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true; do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 /sys/class/thermal/thermal_zone0/temp \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awk -v t="$(date '+%F %T')" '{printf "%s temp=%.1fC\n", t, $1/1000}'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&gt;&gt; "$LOG_DIR/sensor.log" 2&gt;&amp;1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sleep 5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850" dirty="0"/>
          </a:p>
        </p:txBody>
      </p:sp>
      <p:sp>
        <p:nvSpPr>
          <p:cNvPr id="9" name="Text 7">
            <a:hlinkClick r:id="rId4"/>
          </p:cNvPr>
          <p:cNvSpPr txBox="1"/>
          <p:nvPr/>
        </p:nvSpPr>
        <p:spPr>
          <a:xfrm>
            <a:off x="621792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scripts/collect_loop.sh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나눈다: cron은 1회형 collect.sh를 1분마다 fork, &amp; · nohup · systemd는 루프형 collect_loop.sh를 한 번 띄운다. 둘 다 PATH와 절대경로.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S8 · 오후 17:00 · 도착점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1097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 — 켜기만 하면 뜨고, 죽으면 다시 뜬다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30358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세션의 도착점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56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collect.sh를 unit 파일 10줄로 서비스에 올리고, 재부팅 후 active (running)을 확인한다.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47274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 — 세션 끝에 전원이 말할 수 있어야 하는 한 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4807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“오늘의 도착점을 unit 파일 10줄로 완성한다.”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S8 ·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PID 1이 unit을 읽어 순서대로 띄우고, 죽으면 다시 fork한다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#18. cron은 주기 실행, systemd는 상시 서비스. Restart=는 사실 S4의 wait + fork를 다시 하는 것입니다.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부팅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→ 커널 → PID 1 systemd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 파일 읽어 의존성 그래프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After=network.target → 네트워크 먼저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fork/exec → active (running)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터미널·세션 없음 → SIGHUP 무관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48056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 1 / kill -9 → 커널이 PID 1에 알림(wait)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failed → Restart=on-failure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RestartSec=5 → 5초 뒤 다시 fork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PID → active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journalctl -u collect 에 기록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0" y="1938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systemctl stop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359152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systemd가 SIGTERM 전송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멈춘 것 = 성공 종료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on-failure 아님 → 재시작 안 함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disable → 부팅 시에도 안 뜸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663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3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[Unit] Description=… After=network.target   [Service] ExecStart=/home/user/collect_loop.sh Restart=on-failure RestartSec=5   [Install] WantedBy=multi-user.target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 · 하루 종합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collect.sh 한 줄의 여행 — 오늘 배운 여덟 세션이 한 번씩 재등장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systemd (PID 1)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collect_loop.sh를 fork/exec — 부모 = PID 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547872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79392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execve + #!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비트 검사 → /bin/bash 로드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364224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95744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S4·S5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줄마다 fork·exec·wait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$? 로 다음 줄 결정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97696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180576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912096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상자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80576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bash 안에서만 존재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S3·S6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와 &gt;&gt;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dup2 로 fd 0·1 화살표 교체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64992" y="37033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3547872" y="3840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279392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547872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open(sensor.log)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547872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dentry → inode → struct file → fd 3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81344" y="37033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6364224" y="3840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095744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→ 페이지 캐시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364224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 → writeback → 디스크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97696" y="37033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9180576" y="3840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912096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S7·S8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180576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없음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180576" y="4983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SIGHUP 무관, 죽으면 Restart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S8 마지막 문항: '&gt;&gt; sensor.log 는 자식 fd 테이블의 몇 번 슬롯을 바꾼 것인가' — 답은 오전 그림(fd 1)으로 돌아온다.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S8 · 실습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 실습 — 눈에 보이는 산출물 만들기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766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crontab 항목 제거 (1회형 collect.sh는 더 이상 안 씀)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collect_loop.sh 로 /etc/systemd/system/collect.service 작성(ExecStart · Restart=on-failure · WantedBy) → systemctl enable --now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kill -9 로 죽인 뒤 systemctl status 에서 재시작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재부팅 → 접속 직후 systemctl status collect → active (running)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S8 7문항 → 제출 화면 → 카드 캡처 → 짝에게 1분 설명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▶ 애니메이션을 먼저 끝까지 넘긴 뒤 워크시트에 답을 적습니다</a:t>
            </a:r>
            <a:endParaRPr lang="en-US" sz="110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7589520" y="18745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#18 systemd — 부팅·재시작·stop</a:t>
            </a:r>
            <a:endParaRPr lang="en-US" sz="1200" dirty="0"/>
          </a:p>
        </p:txBody>
      </p:sp>
      <p:sp>
        <p:nvSpPr>
          <p:cNvPr id="7" name="Text 5">
            <a:hlinkClick r:id="rId4"/>
          </p:cNvPr>
          <p:cNvSpPr txBox="1"/>
          <p:nvPr/>
        </p:nvSpPr>
        <p:spPr>
          <a:xfrm>
            <a:off x="7589520" y="244144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S8 제출 화면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84648"/>
            <a:ext cx="11064240" cy="713232"/>
          </a:xfrm>
          <a:prstGeom prst="roundRect">
            <a:avLst>
              <a:gd name="adj" fmla="val 39744"/>
            </a:avLst>
          </a:prstGeom>
          <a:solidFill>
            <a:srgbClr val="1E2761"/>
          </a:solidFill>
          <a:ln w="19050">
            <a:solidFill>
              <a:srgbClr val="FFC24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  「지금 collect.sh는 누가 띄웠고, 그 안의 &gt;&gt;는 커널에서 무엇을 바꿨나요?」 → “systemd가 fork했고, 자식의 fd 1이 로그 파일 inode를 가리킨다”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문구는 발화체 그대로 — 전원의 답이 나오면 다음 세션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D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64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S8 · 이 세션 끝의 스크립트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 — 서비스로 올리는 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collect_loop.sh (ExecStart 대상)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39496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collect_loop.sh — S7 백그라운드(&amp;·nohup) 실습 + S8 systemd 서비스용 (상시형)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S7에서 추가: while true + sleep 5. 1회형 collect.sh와 이름을 구분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PATH=/usr/local/bin:/usr/bin:/bin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LOG_DIR=/home/user/logs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-d "$LOG_DIR" ] || mkdir -p "$LOG_DIR"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true; do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 /sys/class/thermal/thermal_zone0/temp \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awk -v t="$(date '+%F %T')" '{printf "%s temp=%.1fC\n", t, $1/1000}'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&gt;&gt; "$LOG_DIR/sensor.log" 2&gt;&amp;1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sleep 5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850" dirty="0"/>
          </a:p>
        </p:txBody>
      </p:sp>
      <p:sp>
        <p:nvSpPr>
          <p:cNvPr id="6" name="Text 4">
            <a:hlinkClick r:id="rId3"/>
          </p:cNvPr>
          <p:cNvSpPr txBox="1"/>
          <p:nvPr/>
        </p:nvSpPr>
        <p:spPr>
          <a:xfrm>
            <a:off x="54864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scripts/collect_loop.sh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/etc/systemd/system/collect.service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645920"/>
            <a:ext cx="5394960" cy="3703320"/>
          </a:xfrm>
          <a:prstGeom prst="roundRect">
            <a:avLst>
              <a:gd name="adj" fmla="val 2469"/>
            </a:avLst>
          </a:prstGeom>
          <a:solidFill>
            <a:srgbClr val="1E2761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/etc/systemd/system/collect.service — S8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sudo systemctl daemon-reload &amp;&amp; sudo systemctl enable --now collect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[Unit]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Description=Day 3 sensor log collector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After=network.target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[Service]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ExecStart=/home/user/collect_loop.sh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Restart=on-failure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RestartSec=5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[Install]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WantedBy=multi-user.target</a:t>
            </a:r>
            <a:endParaRPr lang="en-US" sz="850" dirty="0"/>
          </a:p>
        </p:txBody>
      </p:sp>
      <p:sp>
        <p:nvSpPr>
          <p:cNvPr id="9" name="Text 7">
            <a:hlinkClick r:id="rId4"/>
          </p:cNvPr>
          <p:cNvSpPr txBox="1"/>
          <p:nvPr/>
        </p:nvSpPr>
        <p:spPr>
          <a:xfrm>
            <a:off x="6217920" y="54406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scripts/collect.service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ExecStart는 루프형. Restart=on-failure 이므로 루프가 죽으면 5초 뒤 systemd가 다시 fork한다. /home/user 는 훈련생 계정명으로 교체.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마무리 · DAY 4 예고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세운 그림은 지우지 않는다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1214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한 것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42032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다섯 상자(프로세스·fd 테이블·struct file·dentry·inode) + fork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collect.sh 를 S4에서 만들어 S8에서 서비스로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워크시트 52문항 · 세션 카드 8장 제출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확인 문구 8개의 답이 전부 오전 상자 이름으로 나옴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2A3578"/>
          </a:solidFill>
          <a:ln w="12700">
            <a:solidFill>
              <a:srgbClr val="3642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0" y="21214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 첫 세션 — #19 udev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542032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센서를 꽂으면 → 커널 uevent → udevd 규칙 대조 → /dev/ttyUSB0 생성 + RUN+= 스크립트 실행.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#6 장치 파일과 #11 스크립트 실행이 합쳐지는 지점 — Embedded I/O 로 가는 다리.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심화(#6~#10: VFS 디스패치 · 블록 매핑 · 마운트 점프 · mmap · 저널링)는 Day 4 이후.</a:t>
            </a:r>
            <a:endParaRPr lang="en-US" sz="13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548640" y="530352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도구 모음 (index)</a:t>
            </a:r>
            <a:endParaRPr lang="en-US" sz="1200" dirty="0"/>
          </a:p>
        </p:txBody>
      </p:sp>
      <p:sp>
        <p:nvSpPr>
          <p:cNvPr id="11" name="Text 9">
            <a:hlinkClick r:id="rId4"/>
          </p:cNvPr>
          <p:cNvSpPr txBox="1"/>
          <p:nvPr/>
        </p:nvSpPr>
        <p:spPr>
          <a:xfrm>
            <a:off x="4023360" y="5303520"/>
            <a:ext cx="4754880" cy="457200"/>
          </a:xfrm>
          <a:prstGeom prst="roundRect">
            <a:avLst>
              <a:gd name="adj" fmla="val 20000"/>
            </a:avLst>
          </a:prstGeom>
          <a:solidFill>
            <a:srgbClr val="FFC24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📋 Day 3 워크시트 — 전체 결과 보기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&amp; Shell · Day 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6583</Words>
  <Application>Microsoft Office PowerPoint</Application>
  <PresentationFormat>와이드스크린</PresentationFormat>
  <Paragraphs>808</Paragraphs>
  <Slides>41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5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디지털노마드연구소</dc:creator>
  <cp:lastModifiedBy>디지털노마드연구소</cp:lastModifiedBy>
  <cp:revision>2</cp:revision>
  <dcterms:created xsi:type="dcterms:W3CDTF">2026-08-31T13:45:46Z</dcterms:created>
  <dcterms:modified xsi:type="dcterms:W3CDTF">2026-08-31T13:53:29Z</dcterms:modified>
</cp:coreProperties>
</file>