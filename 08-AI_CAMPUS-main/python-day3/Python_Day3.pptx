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5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3분]
인사 후: "어제 여러분은 데이터를 담고(자료구조) 다듬는(함수) 법을 배웠습니다. 하지만 런타임이 끊기면 전부 사라졌죠. 오늘이 끝나면 여러분의 프로그램은 '기억'을 갖게 됩니다 — 저장하고, 다시 켜도 이어서 일하는 센서 로거를 여러분 손으로 만듭니다."
하단 알약 여섯 개를 훑고: "오전은 클래스, 오후는 파일과 시스템, 마지막에 전부 합칩니다."
"어제 과제 A에서 r[\"Temp\"] 오타로 KeyError 만난 분?" 손 든 학생 경험을 받아 — "그 불편함이 오늘 1교시의 출발점입니다."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여섯 카드를 짚되 1번과 4번에서 멈춘다.
1번: "클래스는 문법이 아니라 '설계 도구'입니다. dict 로 충분히 아프게 써 봤기 때문에 여러분은 오늘 클래스가 왜 필요한지 몸으로 이해합니다."
4번: "JSON 저장·복원이 오늘의 전환점입니다. 여기서부터 프로그램이 세션을 넘어 살아남습니다."
6번: "SensorLogger 는 이번 주 배운 전부 — 파싱, 예외, dict, 함수, 클래스, 파일 — 가 들어가는 그릇입니다."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
"오전 1·2교시 클래스, 3교시 파일. 오후 4교시 JSON, 5교시 시스템, 6교시 라이브 설계, 7교시 종합, 8교시 퀴즈·제출 — 사흘째 같은 리듬입니다."
애니메이션 열: "오늘 신규 5개는 day3 폴더, 재사용 4개는 어제·그제 주소 그대로입니다. 03 추적기의 [Day 2] 프리셋이 오늘은 '메서드 호출'의 해설로 다시 쓰입니다."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[4분]
"도구 세 개, 구성은 동일합니다." 차이만:
① 애니메이션: "D3-1 을 열면 self 화살표가 인스턴스 사이를 옮겨 다니는 게 보입니다. 오늘 가장 많이 돌아올 그림입니다."
② Colab 워크시트: "오늘 설정 셀에는 어제 만든 parse_line 이 '제공품'으로 들어 있습니다 — 여러분이 만든 도구를 오늘은 부품으로 씁니다. 과제 A 채점은 '저장 → 새 로거 복원 → 이어쓰기' 시나리오 자체를 검사합니다."
③ 개념 워크시트: "worksheet.html 이 Day 3 문항 70개로 바뀌어 있습니다."
하단 흐름 반복: "오늘도 답을 보기 전에 반드시 예측."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신규 5개를 훑되 D3-1 과 D3-4 만 한 문장 더: "D3-1 은 '클래스는 설계도, 인스턴스는 데이터'를 눈으로, D3-4 는 dict 가 문자열이 되고 파일이 되었다가 타입까지 살아 돌아오는 왕복을 보여줍니다."
재사용 4개: "03 은 오늘 '메서드 호출도 같은 스택'의 증거로, D2-5 는 7교시에 저장 구조를 확인하는 돋보기로 씁니다."
"제목 클릭으로 열립니다. 다음 슬라이드에서 주소를 즐겨찾기 하세요."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"사용법은 완전히 같습니다." 설정 셀만 재강조: "오늘 설정 셀에는 FrameError·parse_line·DAY2_READINGS·STREAM 이 들어 있습니다. 반드시 먼저 실행 — 안 그러면 3교시부터 NameError 폭탄입니다."
제출 예시 출력을 가리키며: "오늘 제출 요약 셀은 siteA.json 존재까지 확인해 줍니다. '없음' 이면 과제 A 시나리오를 안 돌린 것입니다."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
"Day 3 기본 주소 — day2 가 day3 로 바뀐 것뿐입니다. 지금 접속해 index.html 을 열고, D3-1 프리셋 ①을 눌러 보세요." 1분 대기, 채팅으로 주소 공유.
"아래 재사용 링크는 어제·그제 폴더로 넘어갑니다. 접속 안 되는 분은 옆 사람과 같이."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(6분) 동기 — 어제 코드 회수: r[\"Temp\"] 오타 KeyError 라이브 재현. "실행해야 터지고, 어떤 키가 맞는지 아무도 안 알려줍니다. judge 함수는 데이터와 따로 놉니다. 데이터와 동작을 한 상자에 — 클래스." 🎬 D2-6 으로 30초 토론: "dict 로 부족해지는 순간은 언제인가."
(8분) 🎬 D3-1 ① 설계도만 → ② 인스턴스 생성. "class 블록은 설계도 한 부를 만들 뿐, 데이터는 SensorReading(...) 호출 순간 인스턴스에 생깁니다. __init__ 이 자동으로 불리며 self.node_id 에 저장." 라이브로 첫 클래스 타이핑.
(6분) 🎬 D3-1 ④ self 정체. r1.is_alert() 와 SensorReading.is_alert(r1) 을 나란히 실행 — 같은 결과. "self 는 키워드가 아니라 첫 인자의 관례적 이름, 호출한 인스턴스가 자동 전달." ③ 독립 프리셋으로 r2.t 변경이 r1 에 무영향 확인 — "어제 리스트 참조 공유와 정반대 지점."
(5분) 🎬 D3-1 ⑦ 오타의 운명 — AttributeError 가 클래스 이름과 속성 이름을 정확히 말해주는 것을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 + 정리 5분]
"1교시 TODO 4개, 15분. 1-2 는 경계 35.0 이 False 여야 합니다 — 어제 temp=30 함정의 재림."
순회 포인트: __init__ 안에서 self. 없이 node_id = node_id 로 쓴 학생(지역 변수 — 저장 안 됨), 메서드에 self 빼먹고 TypeError: takes 0 positional arguments 만난 학생(메시지를 같이 읽기), level 을 함수로 밖에 정의한 학생(메서드로 들여쓰기).
정리: 자기 점검 2문항 예측 → D3-1 ④·⑦ 로 확인. 페어 활동: "클래스와 인스턴스의 관계를 설계도 비유로 30초 설명."
쉬는 시간: worksheet.html 1교시 10문항.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(6분) __repr__: print(r) 이 &lt;object at 0x...&gt; 로 나오는 것을 먼저 보여주고 __repr__ 추가 → 리스트 안에서도 읽히는 것 확인. "디버깅의 절반은 좋은 repr."
(7분) 클래스 변수: ALERT_T = 35 를 클래스로 올리고 🎬 D3-1 ⑤ 조회 경로(인스턴스에서 못 찾으면 클래스로, 점선). ⑥ 전파 — SensorReading.ALERT_T = 30 한 줄에 모든 인스턴스 판정이 바뀌는 순간. 주의 한 줄: "r1.ALERT_T = 30 은 r1 에만 새 인스턴스 변수를 만들어 클래스 값을 가립니다."
(8분) 🎬 D3-2 상속. ① 빈 자식도 전부 동작 → ② 자식에 없으면 부모로 → ③ 오버라이드는 자식에서 멈춤 → ④ super() 가 부모 초기화를 먼저. "공통은 부모에, 다른 것만 자식에. 실무 권고: 상속은 2단까지."
(4분) 🎬 D3-2 ⑤ super 누락 사고 — bad.t 의 AttributeError. "자식 __init__ 첫 줄은 super().__init__ 습관."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15분]
"2-2 는 반드시 35 로 복구까지 해야 채점이 통과합니다 — 전역 설정을 바꿨으면 되돌리는 습관."
순회 포인트: __repr__ 형식이 미묘하게 다른 학생(공백·괄호 — 채점 문자열과 비교), CalibratedReading 에서 super 인자를 4개 다 넘긴 학생(부모 시그니처 확인), 2-4 에서 self.log = [] 로 고쳐버린 학생(그건 해결책 — 문제 재현 먼저).
자기 점검(super 누락) 확인 후 마무리 발문: "클래스 변수 리스트가 위험한 이유는?" — 어제 가변 기본값과 연결되면 통과.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20분]
(6분) 🎬 D3-3 ① 'w 가 지우는 순간' — 디스크에 예전 로그가 있는 상태에서 open("w") 하는 순간 비워지는 장면. "write 를 안 해도 이미 지워졌습니다. 소중한 로그를 w 로 열지 마세요." ② a 이어쓰기 — append_log 의 원형.
(5분) 쓰기 3박자와 버퍼: ④ close 없이 종료 → 버퍼 유실. "with 블록이 끝나면 항상 close — 그래서 with 가 기본값입니다." encoding=\"utf-8\" 습관.
(5분) 읽기: for line in f 한 줄씩(메모리 효율) + repr(line) 으로 \n 확인 → strip 습관 (Day 1 회수).
(4분) ⑤ 없는 파일 FileNotFoundError → try/except 방어 패턴. "6교시 load 가 정확히 이 코드입니다"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"3-3 은 어제 메모리에서 하던 파싱을 파일에서 합니다 — 결과는 같아야 합니다: good 8 / bad 2."
순회 포인트: 3-1 에서 줄 수가 9인 학생(마지막 개행 누락), 3-2 에서 w 모드로 열어 한 줄만 남는 학생(D3-3 ① 다시 열기), f.write(line) 만 써서 한 줄로 붙은 학생(개행은 직접), 3-4 에서 True/False 반환을 print 로 대신한 학생.
마무리: "w 와 a 를 몸이 기억할 때까지 — 오늘 오후 내내 파일을 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[점심 후 환기 1분 + 강의 20분]
(5분) 🎬 D3-4 ① dumps — dict 가 문자열 한 덩어리가 되는 것, type(s) 확인. ⑥ 2×2 표를 칠판에: "s = string. 인자를 보면 압니다 — 문자열이면 loads, 파일 f 면 load."
(6분) ② dump 파일 저장(indent=2, ensure_ascii=False 습관) → ③ load 복원. 하이라이트는 타입: restored[\"avg_T\"] + 1 이 바로 되는 것. "어제 split 파싱은 전부 str 이라 float() 를 일일이 했죠. JSON 은 타입이 살아 돌아옵니다."
(4분) ④ 한글: ensure_ascii 기본값의 \\uc815 이스케이프를 보여주고 False 로 해결.
(5분) ⑤ 인스턴스 TypeError — json.dumps(r) 라이브 실패. "JSON 세계의 주민은 dict/list/str/숫자/bool/None 뿐. 해법은 to_dict — 6교시에서 완성합니다." CSV 는 한 문장: "엑셀용 표는 CSV, 프로그램 왕복은 JSON."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"4-1 은 == 비교까지가 실습입니다. True 가 나오면 '저장-복원 왕복' 성공."
순회 포인트: loads 에 파일 객체를 넣은 학생(2×2 표로 회수), 4-3 에서 newline=\"\" 빼먹어 빈 줄 생긴 학생(Windows 습관 설명은 짧게), indent 없이 저장해 한 줄 JSON 이 된 학생(사람이 읽을 파일엔 indent).
빨리 끝낸 학생: readings.json 을 D2-5 트리 뷰어 구조와 비교해 보게.
자기 점검(dump vs dumps)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20분]
(4분) pathlib: Path(\"data\") / \"log.txt\" — "경로를 문자열 덧셈으로 만들지 마세요." makedirs(exist_ok=True).
(4분) subprocess.run 라이브: sys.executable -c print(6*7) → r.stdout "42". "노트북의 ! 는 .py 에선 못 씁니다. Jetson 에서 시스템 정보를 읽는 코드가 정확히 이 형태."
(8분) 🎬 D3-5. ① 정상 스트림 — readline 이 \n 에서 자른 '한 줄'이 어제의 line 임을 강조: "새로 배울 파싱은 없습니다." ③ 경계 어긋난 조각 — 두 조각 모두 검증 탈락. "readline 은 프레임을 모릅니다. 그래서 $…* 검증이 필수 — Day 1 의 설계가 오늘 빛을 발합니다." ④ timeout 빈 줄은 if not line: continue.
(4분) ⑤ 전체 리허설 + KeyboardInterrupt 안전 종료. "Colab 엔 시리얼 포트가 없어 오늘은 리스트/파일 리플레이 — 장비 주간에 open 을 Serial 로 바꾸기만 하면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"5-3 결과는 3·2·1 이어야 합니다. 빈 줄을 except 로 잡으면 안 됩니다 — 빈 줄은 오류가 아니라 조용한 1초입니다."
순회 포인트: 경로를 \"data\" + \"/\" + 파일명으로 이은 학생(pathlib 로), subprocess 에서 shell=True 를 검색해 온 학생(리스트 인자 형태 권장), 5-4 에서 break 위치가 try 안에 들어간 학생.
마무리 발문: "open() 을 무엇으로 바꾸면 실제 장비 코드가 되나요?" — Serial 이 나오면 통과.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20분 — 라이브 설계 세션]
(4분) 요구사항 낭독: "측정을 모으고, 파일로 남기고, 다시 불러와 이어서 모을 수 있는 로거." 칠판에 학생들과 메서드 목록 도출: add / save / load / stats_by_node / report. "설계 먼저, 코드 나중."
(8분) 왕복 패턴 라이브 코딩: to_dict → 🎬 D3-4 ⑤ 회수. from_dict 에서 멈추고 질문: "복원하는 순간, 인스턴스가 있나요?" — 없다 → "그래서 self 가 아니라 설계도 cls 로 찍습니다" @classmethod. 🎬 D3-1 ① 로 '설계도에서 찍는다' 재확인. 왕복 검증 repr 비교까지.
(5분) SensorLogger add/save/load 라이브 완성 — 메서드 하나마다 즉시 실행. load 의 FileNotFoundError: "첫 실행에 파일이 없는 건 오류가 아니라 정상 시나리오 — 빈 로거로 시작. 예외는 대처할 수 있는 곳에서(Day 2 원칙)."
(3분) 영속성 데모: 새 로거 lg2 를 만들어 load → 이어서 add. "런타임 재시작을 흉내 낸 것 — 여러분 프로그램이 처음으로 기억을 가졌습니다." 🎬 03 으로 logger.add 프레임에 self 가 들어가는 것 짧게.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"6-1 채점은 from_dict 가 classmethod 인지까지 봅니다. def from_dict(self, d) 로 쓰면 실패합니다."
순회 포인트: from_dict 안에서 self 를 쓰는 학생(cls 로 — D3-1 ①), to_dict 키를 node_id/t 소문자로 쓴 학생(스펙은 id/T/H/D — 채점 힌트 읽기), load 에서 JSONDecodeError 까지 한 번에 잡으려는 학생(그건 과제 B 의 몫 — 지금은 FileNotFoundError 만).
마무리: "7교시엔 이 로거로 '기억이 이어지는' 시나리오 전체를 완성합니다."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안내 5분 + 실습 45분]
시작: 출력 예(⚠ 붙은 표)를 보여주며 "이게 과제 A 의 완성 화면. 시나리오가 핵심입니다 — 6개 저장 → 새 로거 복원 → 2개 추가 → 총 8개. 채점은 이 '이어쓰기'가 진짜 되는지 봅니다."
핵심 안내 두 가지: ① "loggerB 는 반드시 새로 만들어 load 하세요 — loggerA 를 계속 쓰면 영속성 검증이 아닙니다." ② "과제 B 준비 셀이 broken.json 들을 만들어 줍니다. load_robust 는 path → .bak → [] 3단 폴백."
"A 필수, B 는 A 통과 후. 2인 1조 허용, 제출은 각자 + siteA.json."
순회 원칙: 저장 구조가 이상한 조 → D2-5 에 자기 JSON 을 그려 보게. ⚠ 로직이 안 되는 조 → stats 의 alerts 를 먼저 확인. save 를 add 마다 부르는 조 → "언제 저장할 것인가" 토론. 빨리 끝난 조: __len__ · Drive 영구 저장.
15분 전 손들기, 5분 전 채점 셀 출력 리마인드.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[50분 배분 그대로]
(15분) 과제 A 리뷰 — 강의 노트북 🔒 7-A 셀을 열어 라이브 실행. 자주 나온 오류 회수: from_dict 의 self(D3-1 ①), loggerA 재사용(영속성 흉내가 아님), alerts 경계값. 시간이 남으면 7-B 의 load_robust 3단 폴백도.
(20분) Google Forms 퀴즈. 종료 후 3문항만 해설 — self 문항은 D3-1 ④, w 모드 문항은 D3-3 ①, dump/dumps 문항은 D3-4 ⑥ 표를 열어서.
(5분) 다음 슬라이드 핵심 정리.
(10분) 제출: 제출 요약 셀 실행(siteA.json '있음 ✅' 확인) → Drive Day3 폴더에 노트북 + siteA.json. worksheet.html 캡처 → 노션. 마감만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[5분]
여섯 줄을 함께 소리 내어 읽는다. "오늘부터 여러분의 코드는 '지속'됩니다 — 4·5번째 줄이 그 열쇠입니다."
슬라이드 2 학습 목표로 돌아가 자가 점검. 흔들리는 항목은 오른쪽 애니메이션 번호를 복습 과제로.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"월요일은 마무리 프로젝트입니다. 오늘의 로거에 D3-5 에서 본 스트림 리플레이를 붙이고, 통계와 그래프를 얹어 조별로 발표합니다. 그리고 그 코드의 open() 을 Serial() 로 바꾸는 순간 — 다음 주 Jetson 에서 진짜 센서가 연결됩니다."
선택 과제 세 가지 안내(B 완성, Drive 영구 저장, 2×2 표 그리기).
"사흘 만에 변수에서 '저장되는 시스템'까지 왔습니다. 수고하셨습니다. siteA.json 제출 잊지 마세요." 남아서 개별 질문.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3/anim/index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ops0906.github.io/AI_CAMPUS/python-day3/anim/worksheet.htm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evops0906.github.io/AI_CAMPUS/python-day1/anim/03_%EC%A0%9C%EC%96%B4%ED%9D%90%EB%A6%84_%EC%B6%94%EC%A0%81%EA%B8%B0.html" TargetMode="External"/><Relationship Id="rId3" Type="http://schemas.openxmlformats.org/officeDocument/2006/relationships/hyperlink" Target="https://devops0906.github.io/AI_CAMPUS/python-day3/anim/D3-1_%ED%81%B4%EB%9E%98%EC%8A%A4_%EC%9D%B8%EC%8A%A4%ED%84%B4%EC%8A%A4_%EB%AA%A8%EB%8D%B8.html" TargetMode="External"/><Relationship Id="rId7" Type="http://schemas.openxmlformats.org/officeDocument/2006/relationships/hyperlink" Target="https://devops0906.github.io/AI_CAMPUS/python-day3/anim/D3-5_%EC%8B%9C%EB%A6%AC%EC%96%BC_%EC%8A%A4%ED%8A%B8%EB%A6%BC.html" TargetMode="External"/><Relationship Id="rId12" Type="http://schemas.openxmlformats.org/officeDocument/2006/relationships/hyperlink" Target="https://devops0906.github.io/AI_CAMPUS/python-day3/anim/index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ops0906.github.io/AI_CAMPUS/python-day3/anim/D3-4_JSON_%EC%A7%81%EB%A0%AC%ED%99%94_%EC%99%95%EB%B3%B5.html" TargetMode="External"/><Relationship Id="rId11" Type="http://schemas.openxmlformats.org/officeDocument/2006/relationships/hyperlink" Target="https://devops0906.github.io/AI_CAMPUS/python-day2/anim/D2-6_%EC%9E%90%EB%A3%8C%EA%B5%AC%EC%A1%B0_%EA%B2%B0%EC%A0%95%ED%8A%B8%EB%A6%AC.html" TargetMode="External"/><Relationship Id="rId5" Type="http://schemas.openxmlformats.org/officeDocument/2006/relationships/hyperlink" Target="https://devops0906.github.io/AI_CAMPUS/python-day3/anim/D3-3_%ED%8C%8C%EC%9D%BC_%EC%9E%85%EC%B6%9C%EB%A0%A5_%ED%9D%90%EB%A6%84.html" TargetMode="External"/><Relationship Id="rId10" Type="http://schemas.openxmlformats.org/officeDocument/2006/relationships/hyperlink" Target="https://devops0906.github.io/AI_CAMPUS/python-day2/anim/D2-5_%EC%A4%91%EC%B2%A9%EC%9E%90%EB%A3%8C%EA%B5%AC%EC%A1%B0_%ED%8A%B8%EB%A6%AC%EB%B7%B0%EC%96%B4.html" TargetMode="External"/><Relationship Id="rId4" Type="http://schemas.openxmlformats.org/officeDocument/2006/relationships/hyperlink" Target="https://devops0906.github.io/AI_CAMPUS/python-day3/anim/D3-2_%EC%83%81%EC%86%8D_%EB%A9%94%EC%84%9C%EB%93%9C%ED%83%90%EC%83%89.html" TargetMode="External"/><Relationship Id="rId9" Type="http://schemas.openxmlformats.org/officeDocument/2006/relationships/hyperlink" Target="https://devops0906.github.io/AI_CAMPUS/python-day1/anim/04_%EB%AC%B8%EC%9E%90%EC%97%B4_%ED%8C%8C%EC%8B%B1_%ED%8C%8C%EC%9D%B4%ED%94%84%EB%9D%BC%EC%9D%B8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3/anim/worksheet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evops0906.github.io/AI_CAMPUS/python-day3/anim/D3-4_JSON_%EC%A7%81%EB%A0%AC%ED%99%94_%EC%99%95%EB%B3%B5.html" TargetMode="External"/><Relationship Id="rId13" Type="http://schemas.openxmlformats.org/officeDocument/2006/relationships/hyperlink" Target="https://devops0906.github.io/AI_CAMPUS/python-day2/anim/D2-6_%EC%9E%90%EB%A3%8C%EA%B5%AC%EC%A1%B0_%EA%B2%B0%EC%A0%95%ED%8A%B8%EB%A6%AC.html" TargetMode="External"/><Relationship Id="rId3" Type="http://schemas.openxmlformats.org/officeDocument/2006/relationships/hyperlink" Target="https://devops0906.github.io/AI_CAMPUS/python-day3/anim/index.html" TargetMode="External"/><Relationship Id="rId7" Type="http://schemas.openxmlformats.org/officeDocument/2006/relationships/hyperlink" Target="https://devops0906.github.io/AI_CAMPUS/python-day3/anim/D3-3_%ED%8C%8C%EC%9D%BC_%EC%9E%85%EC%B6%9C%EB%A0%A5_%ED%9D%90%EB%A6%84.html" TargetMode="External"/><Relationship Id="rId12" Type="http://schemas.openxmlformats.org/officeDocument/2006/relationships/hyperlink" Target="https://devops0906.github.io/AI_CAMPUS/python-day2/anim/D2-5_%EC%A4%91%EC%B2%A9%EC%9E%90%EB%A3%8C%EA%B5%AC%EC%A1%B0_%ED%8A%B8%EB%A6%AC%EB%B7%B0%EC%96%B4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ops0906.github.io/AI_CAMPUS/python-day3/anim/D3-2_%EC%83%81%EC%86%8D_%EB%A9%94%EC%84%9C%EB%93%9C%ED%83%90%EC%83%89.html" TargetMode="External"/><Relationship Id="rId11" Type="http://schemas.openxmlformats.org/officeDocument/2006/relationships/hyperlink" Target="https://devops0906.github.io/AI_CAMPUS/python-day1/anim/04_%EB%AC%B8%EC%9E%90%EC%97%B4_%ED%8C%8C%EC%8B%B1_%ED%8C%8C%EC%9D%B4%ED%94%84%EB%9D%BC%EC%9D%B8.html" TargetMode="External"/><Relationship Id="rId5" Type="http://schemas.openxmlformats.org/officeDocument/2006/relationships/hyperlink" Target="https://devops0906.github.io/AI_CAMPUS/python-day3/anim/D3-1_%ED%81%B4%EB%9E%98%EC%8A%A4_%EC%9D%B8%EC%8A%A4%ED%84%B4%EC%8A%A4_%EB%AA%A8%EB%8D%B8.html" TargetMode="External"/><Relationship Id="rId10" Type="http://schemas.openxmlformats.org/officeDocument/2006/relationships/hyperlink" Target="https://devops0906.github.io/AI_CAMPUS/python-day1/anim/03_%EC%A0%9C%EC%96%B4%ED%9D%90%EB%A6%84_%EC%B6%94%EC%A0%81%EA%B8%B0.html" TargetMode="External"/><Relationship Id="rId4" Type="http://schemas.openxmlformats.org/officeDocument/2006/relationships/hyperlink" Target="https://devops0906.github.io/AI_CAMPUS/python-day3/anim/worksheet.html" TargetMode="External"/><Relationship Id="rId9" Type="http://schemas.openxmlformats.org/officeDocument/2006/relationships/hyperlink" Target="https://devops0906.github.io/AI_CAMPUS/python-day3/anim/D3-5_%EC%8B%9C%EB%A6%AC%EC%96%BC_%EC%8A%A4%ED%8A%B8%EB%A6%BC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3/anim/D3-1_%ED%81%B4%EB%9E%98%EC%8A%A4_%EC%9D%B8%EC%8A%A4%ED%84%B4%EC%8A%A4_%EB%AA%A8%EB%8D%B8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3/anim/index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3/anim/D3-3_%ED%8C%8C%EC%9D%BC_%EC%9E%85%EC%B6%9C%EB%A0%A5_%ED%9D%90%EB%A6%84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3/anim/D3-4_JSON_%EC%A7%81%EB%A0%AC%ED%99%94_%EC%99%95%EB%B3%B5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3/anim/index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3/anim/index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3/anim/worksheet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280160"/>
            <a:ext cx="146304" cy="292608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1280160" y="1280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22402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· 파일 · 시스템 연동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HYUNDAI AI Insight Campus · 온디바이스 AI · 프로그래밍 언어(Python) 3/4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 9. 4 (금)  09:00–18:00  ·  8교시  ·  Google Colab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280160" y="4754880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280160" y="475488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클래스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30552" y="4754880"/>
            <a:ext cx="612648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130552" y="4754880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상속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80360" y="4754880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2880360" y="4754880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 입출력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32504" y="4754880"/>
            <a:ext cx="1216152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4032504" y="4754880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JSON·CSV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85816" y="4754880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385816" y="4754880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시스템 연동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37960" y="4754880"/>
            <a:ext cx="1618488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6537960" y="475488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SensorLogger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강사: 이몽룡 · 홍길동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끝나면 여러분은 다음을 할 수 있습니다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기초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03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dict 를 졸업하고 데이터+동작을 클래스로 묶는다 (self, __init__)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심화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2103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__repr__·클래스 변수·상속과 super() 를 쓴다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입출력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open 으로 로그를 읽고 쓰며 w/a/r 을 구분한다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220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400800" y="35204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64008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JSON·CSV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저장·복원해 세션이 끝나도 남는 프로그램을 만든다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연동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pathlib·subprocess 를 쓰고 시리얼 수집 루프의 구조를 읽는다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17220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400800" y="5074920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4008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04088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704088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SensorLogger — 수집→저장→복원→리포트를 완성한다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× 50분 · 점심 12:00–13:00 · 모든 실습은 Google Colab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시간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애니메이션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09:00–09:50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클래스 기초 — dict 를 졸업하기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D3-1 클래스·인스턴스 모델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10:00–10:50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클래스 심화 — repr·클래스 변수·상속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D3-1 ⑤⑥, D3-2 상속·메서드 탐색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11:00–11:50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입출력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D3-3 with open 파일 흐름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13:00–13:50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과 CSV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D3-4 JSON 직렬화 왕복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14:00–14:50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연동 — os·subprocess·시리얼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D3-5 시리얼 스트림, 04 파이프라인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15:00–15:50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 설계 — SensorLogger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D3-1, D3-4, 03 (메서드 호출 스택)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16:00–16:50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 실습 — 저장되는 센서 로거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D3-4, D2-5 트리 뷰어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17:00–17:50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정리·퀴즈·제출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해설용 전체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사용하는 학습 도구 3종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→ 애니메이션에서 확인 → Colab에서 코드로 검증 → 자동 채점 — Day 1·2와 동일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9개</a:t>
            </a:r>
            <a:endParaRPr lang="en-US" sz="1900" dirty="0"/>
          </a:p>
        </p:txBody>
      </p:sp>
      <p:sp>
        <p:nvSpPr>
          <p:cNvPr id="7" name="Text 4">
            <a:hlinkClick r:id="rId3" tooltip="https://devops0906.github.io/AI_CAMPUS/python-day3/anim/index.html"/>
          </p:cNvPr>
          <p:cNvSpPr txBox="1"/>
          <p:nvPr/>
        </p:nvSpPr>
        <p:spPr>
          <a:xfrm>
            <a:off x="82296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tooltip="https://devops0906.github.io/AI_CAMPUS/python-day3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…/anim/index.html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5개(day3) + 재사용 4개(day1·day2)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프리셋 버튼으로 시나리오 재생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D3-1 의 self 화살표, D3-3 의 'w 가 지우는 순간'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학생도 같은 주소로 접속 — 실습 중 직접 조작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457200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Day3_worksheet.ipynb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셀에 Day 2 파서·데이터 내장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따라하기 → TODO → ✅ 자동 채점 → 🔍 점검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A 는 저장→복원→이어쓰기 시나리오를 채점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제출: 노트북 + siteA.json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32104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</a:t>
            </a:r>
            <a:endParaRPr lang="en-US" sz="1900" dirty="0"/>
          </a:p>
        </p:txBody>
      </p:sp>
      <p:sp>
        <p:nvSpPr>
          <p:cNvPr id="15" name="Text 12">
            <a:hlinkClick r:id="rId4" tooltip="https://devops0906.github.io/AI_CAMPUS/python-day3/anim/worksheet.html"/>
          </p:cNvPr>
          <p:cNvSpPr txBox="1"/>
          <p:nvPr/>
        </p:nvSpPr>
        <p:spPr>
          <a:xfrm>
            <a:off x="832104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tooltip="https://devops0906.github.io/AI_CAMPUS/python-day3/anim/workshe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…/anim/worksheet.html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10문항 × 7 = 70문항 (Day 3 전용)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후 정오·해설·확인할 애니메이션 표시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→ 오답 정리 대화상자 → 캡처로 노션에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코드를 Colab 제출 요약 셀에 입력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03580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42900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342900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확인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1616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30936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630936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검증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79652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18972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918972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채점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— 신규 5개 + 재사용 4개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테마 공통 디자인 · 프리셋 버튼 → 캔버스 → 상태 패널 → 설명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6184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D3-1</a:t>
            </a:r>
            <a:endParaRPr lang="en-US" sz="1500" dirty="0"/>
          </a:p>
        </p:txBody>
      </p:sp>
      <p:sp>
        <p:nvSpPr>
          <p:cNvPr id="7" name="Text 4">
            <a:hlinkClick r:id="rId3" tooltip="https://devops0906.github.io/AI_CAMPUS/python-day3/anim/D3-1_%ED%81%B4%EB%9E%98%EC%8A%A4_%EC%9D%B8%EC%8A%A4%ED%84%B4%EC%8A%A4_%EB%AA%A8%EB%8D%B8.html"/>
          </p:cNvPr>
          <p:cNvSpPr txBox="1"/>
          <p:nvPr/>
        </p:nvSpPr>
        <p:spPr>
          <a:xfrm>
            <a:off x="16916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3/anim/D3-1_%ED%81%B4%EB%9E%98%EC%8A%A4_%EC%9D%B8%EC%8A%A4%ED%84%B4%EC%8A%A4_%EB%AA%A8%EB%8D%B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클래스·인스턴스 메모리 모델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1·2·6교시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901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 vs 인스턴스 · self 화살표 · 조회 경로 · dict 비교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355080" y="16184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D3-2</a:t>
            </a:r>
            <a:endParaRPr lang="en-US" sz="1500" dirty="0"/>
          </a:p>
        </p:txBody>
      </p:sp>
      <p:sp>
        <p:nvSpPr>
          <p:cNvPr id="12" name="Text 9">
            <a:hlinkClick r:id="rId4" tooltip="https://devops0906.github.io/AI_CAMPUS/python-day3/anim/D3-2_%EC%83%81%EC%86%8D_%EB%A9%94%EC%84%9C%EB%93%9C%ED%83%90%EC%83%89.html"/>
          </p:cNvPr>
          <p:cNvSpPr txBox="1"/>
          <p:nvPr/>
        </p:nvSpPr>
        <p:spPr>
          <a:xfrm>
            <a:off x="73152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tooltip="https://devops0906.github.io/AI_CAMPUS/python-day3/anim/D3-2_%EC%83%81%EC%86%8D_%EB%A9%94%EC%84%9C%EB%93%9C%ED%83%90%EC%83%89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상속과 메서드 탐색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46988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1901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자식→부모 탐색 · 오버라이드 · super() · super 누락 사고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432304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31520" y="2587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D3-3</a:t>
            </a:r>
            <a:endParaRPr lang="en-US" sz="1500" dirty="0"/>
          </a:p>
        </p:txBody>
      </p:sp>
      <p:sp>
        <p:nvSpPr>
          <p:cNvPr id="17" name="Text 14">
            <a:hlinkClick r:id="rId5" tooltip="https://devops0906.github.io/AI_CAMPUS/python-day3/anim/D3-3_%ED%8C%8C%EC%9D%BC_%EC%9E%85%EC%B6%9C%EB%A0%A5_%ED%9D%90%EB%A6%84.html"/>
          </p:cNvPr>
          <p:cNvSpPr txBox="1"/>
          <p:nvPr/>
        </p:nvSpPr>
        <p:spPr>
          <a:xfrm>
            <a:off x="1691640" y="2523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https://devops0906.github.io/AI_CAMPUS/python-day3/anim/D3-3_%ED%8C%8C%EC%9D%BC_%EC%9E%85%EC%B6%9C%EB%A0%A5_%ED%9D%90%EB%A6%8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with open 파일 흐름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5237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3·6교시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691640" y="28712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프로그램→버퍼→디스크 · 'w'가 지우는 순간 · 자동 close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72200" y="2432304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355080" y="2587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D3-4</a:t>
            </a:r>
            <a:endParaRPr lang="en-US" sz="1500" dirty="0"/>
          </a:p>
        </p:txBody>
      </p:sp>
      <p:sp>
        <p:nvSpPr>
          <p:cNvPr id="22" name="Text 19">
            <a:hlinkClick r:id="rId6" tooltip="https://devops0906.github.io/AI_CAMPUS/python-day3/anim/D3-4_JSON_%EC%A7%81%EB%A0%AC%ED%99%94_%EC%99%95%EB%B3%B5.html"/>
          </p:cNvPr>
          <p:cNvSpPr txBox="1"/>
          <p:nvPr/>
        </p:nvSpPr>
        <p:spPr>
          <a:xfrm>
            <a:off x="7315200" y="2523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tooltip="https://devops0906.github.io/AI_CAMPUS/python-day3/anim/D3-4_JSON_%EC%A7%81%EB%A0%AC%ED%99%94_%EC%99%95%EB%B3%B5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 직렬화 왕복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10469880" y="25237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4·7교시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28712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dict↔문자열↔파일 · 타입 복원 · 인스턴스 ✕ → to_dict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3401568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35570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D3-5</a:t>
            </a:r>
            <a:endParaRPr lang="en-US" sz="1500" dirty="0"/>
          </a:p>
        </p:txBody>
      </p:sp>
      <p:sp>
        <p:nvSpPr>
          <p:cNvPr id="27" name="Text 24">
            <a:hlinkClick r:id="rId7" tooltip="https://devops0906.github.io/AI_CAMPUS/python-day3/anim/D3-5_%EC%8B%9C%EB%A6%AC%EC%96%BC_%EC%8A%A4%ED%8A%B8%EB%A6%BC.html"/>
          </p:cNvPr>
          <p:cNvSpPr txBox="1"/>
          <p:nvPr/>
        </p:nvSpPr>
        <p:spPr>
          <a:xfrm>
            <a:off x="169164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tooltip="https://devops0906.github.io/AI_CAMPUS/python-day3/anim/D3-5_%EC%8B%9C%EB%A6%AC%EC%96%BC_%EC%8A%A4%ED%8A%B8%EB%A6%B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시리얼 스트림 시뮬레이터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34930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691640" y="3840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readline 절단 · 손상·조각·빈 줄 · 파서가 붙는 구조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72200" y="3401568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355080" y="35570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32" name="Text 29">
            <a:hlinkClick r:id="rId8" tooltip="https://devops0906.github.io/AI_CAMPUS/python-day1/anim/03_%EC%A0%9C%EC%96%B4%ED%9D%90%EB%A6%84_%EC%B6%94%EC%A0%81%EA%B8%B0.html"/>
          </p:cNvPr>
          <p:cNvSpPr txBox="1"/>
          <p:nvPr/>
        </p:nvSpPr>
        <p:spPr>
          <a:xfrm>
            <a:off x="731520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tooltip="https://devops0906.github.io/AI_CAMPUS/python-day1/anim/03_%EC%A0%9C%EC%96%B4%ED%9D%90%EB%A6%84_%EC%B6%94%EC%A0%81%EA%B8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제어 흐름 추적기 (day1)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34930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3840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[Day 2] 함수 호출과 스택 — 메서드 호출도 같은 프레임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4370832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731520" y="4526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7" name="Text 34">
            <a:hlinkClick r:id="rId9" tooltip="https://devops0906.github.io/AI_CAMPUS/python-day1/anim/04_%EB%AC%B8%EC%9E%90%EC%97%B4_%ED%8C%8C%EC%8B%B1_%ED%8C%8C%EC%9D%B4%ED%94%84%EB%9D%BC%EC%9D%B8.html"/>
          </p:cNvPr>
          <p:cNvSpPr txBox="1"/>
          <p:nvPr/>
        </p:nvSpPr>
        <p:spPr>
          <a:xfrm>
            <a:off x="169164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tooltip="https://devops0906.github.io/AI_CAMPUS/python-day1/anim/04_%EB%AC%B8%EC%9E%90%EC%97%B4_%ED%8C%8C%EC%8B%B1_%ED%8C%8C%EC%9D%B4%ED%94%84%EB%9D%BC%EC%9D%B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문자열 파싱 파이프라인 (day1)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4846320" y="44622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691640" y="48097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스트림에서 잘라낸 한 줄이 들어가는 곳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172200" y="4370832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6355080" y="4526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D2-5</a:t>
            </a:r>
            <a:endParaRPr lang="en-US" sz="1500" dirty="0"/>
          </a:p>
        </p:txBody>
      </p:sp>
      <p:sp>
        <p:nvSpPr>
          <p:cNvPr id="42" name="Text 39">
            <a:hlinkClick r:id="rId10" tooltip="https://devops0906.github.io/AI_CAMPUS/python-day2/anim/D2-5_%EC%A4%91%EC%B2%A9%EC%9E%90%EB%A3%8C%EA%B5%AC%EC%A1%B0_%ED%8A%B8%EB%A6%AC%EB%B7%B0%EC%96%B4.html"/>
          </p:cNvPr>
          <p:cNvSpPr txBox="1"/>
          <p:nvPr/>
        </p:nvSpPr>
        <p:spPr>
          <a:xfrm>
            <a:off x="731520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 tooltip="https://devops0906.github.io/AI_CAMPUS/python-day2/anim/D2-5_%EC%A4%91%EC%B2%A9%EC%9E%90%EB%A3%8C%EA%B5%AC%EC%A1%B0_%ED%8A%B8%EB%A6%AC%EB%B7%B0%EC%96%B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중첩 자료구조 트리 뷰어 (day2)</a:t>
            </a:r>
            <a:endParaRPr lang="en-US" sz="1350" dirty="0"/>
          </a:p>
        </p:txBody>
      </p:sp>
      <p:sp>
        <p:nvSpPr>
          <p:cNvPr id="43" name="Text 40"/>
          <p:cNvSpPr txBox="1"/>
          <p:nvPr/>
        </p:nvSpPr>
        <p:spPr>
          <a:xfrm>
            <a:off x="10469880" y="44622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315200" y="48097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저장할 JSON 구조 설계 확인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48640" y="5340096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731520" y="54955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D2-6</a:t>
            </a:r>
            <a:endParaRPr lang="en-US" sz="1500" dirty="0"/>
          </a:p>
        </p:txBody>
      </p:sp>
      <p:sp>
        <p:nvSpPr>
          <p:cNvPr id="47" name="Text 44">
            <a:hlinkClick r:id="rId11" tooltip="https://devops0906.github.io/AI_CAMPUS/python-day2/anim/D2-6_%EC%9E%90%EB%A3%8C%EA%B5%AC%EC%A1%B0_%EA%B2%B0%EC%A0%95%ED%8A%B8%EB%A6%AC.html"/>
          </p:cNvPr>
          <p:cNvSpPr txBox="1"/>
          <p:nvPr/>
        </p:nvSpPr>
        <p:spPr>
          <a:xfrm>
            <a:off x="1691640" y="54315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1" tooltip="https://devops0906.github.io/AI_CAMPUS/python-day2/anim/D2-6_%EC%9E%90%EB%A3%8C%EA%B5%AC%EC%A1%B0_%EA%B2%B0%EC%A0%95%ED%8A%B8%EB%A6%A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자료구조 결정 트리 (day2)</a:t>
            </a:r>
            <a:endParaRPr lang="en-US" sz="1350" dirty="0"/>
          </a:p>
        </p:txBody>
      </p:sp>
      <p:sp>
        <p:nvSpPr>
          <p:cNvPr id="48" name="Text 45"/>
          <p:cNvSpPr txBox="1"/>
          <p:nvPr/>
        </p:nvSpPr>
        <p:spPr>
          <a:xfrm>
            <a:off x="4846320" y="54315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691640" y="57790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— 'dict 로 부족해지는 순간' 토론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클릭 시 열림 · Day 3 목차: </a:t>
            </a:r>
            <a:r>
              <a:rPr lang="en-US" sz="95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https://devops0906.github.io/AI_CAMPUS/python-day3/anim/index.html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사용법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1·2와 동일 — Colab 노트북 하나로 실습·채점·제출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— 교시당 한 섹션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0848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설정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2084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입력 후 가장 먼저 실행 (parse_line·데이터 제공)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276148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2296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실행만 하고 출력을 읽는다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3419856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1~4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971800" y="3401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raise NotImplementedError 줄을 지우고 작성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4078224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82296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059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971800" y="40599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번이든 재실행 — PASS n/4 를 남긴다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2960" y="4736592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82296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417320" y="4718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2971800" y="4718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드롭다운으로 예측 → 애니메이션에서 확인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376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점 한 줄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2971800" y="5376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셀에 기록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09360" y="1463040"/>
            <a:ext cx="5349240" cy="2240280"/>
          </a:xfrm>
          <a:prstGeom prst="roundRect">
            <a:avLst>
              <a:gd name="adj" fmla="val 489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(HTML · Day 3)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53796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10문항 · 채점하기 전까지 답 수정 가능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후 정오 + 해설 + 확인할 애니메이션 프리셋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→ 오답 정리 대화상자 → 캡처로 노션에 붙여넣기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7개를 Colab '제출 요약' 셀에 입력</a:t>
            </a:r>
            <a:endParaRPr lang="en-US" sz="1200" dirty="0"/>
          </a:p>
        </p:txBody>
      </p:sp>
      <p:sp>
        <p:nvSpPr>
          <p:cNvPr id="34" name="Text 31">
            <a:hlinkClick r:id="rId3"/>
          </p:cNvPr>
          <p:cNvSpPr txBox="1"/>
          <p:nvPr/>
        </p:nvSpPr>
        <p:spPr>
          <a:xfrm>
            <a:off x="6537960" y="3383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https://devops0906.github.io/AI_CAMPUS/python-day3/anim/worksheet.html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309360" y="388620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653796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537960" y="4434840"/>
            <a:ext cx="4937760" cy="1600200"/>
          </a:xfrm>
          <a:prstGeom prst="roundRect">
            <a:avLst>
              <a:gd name="adj" fmla="val 457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6647688" y="4507992"/>
            <a:ext cx="47183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이름: 홍길동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     자동 채점 4/4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7교시-B   자동 채점 4/4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합계 32/32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siteA.json: 있음 ✅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위치 링크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바로 열립니다 — 설치·다운로드 없음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주소 (Day 3)</a:t>
            </a:r>
            <a:endParaRPr lang="en-US" sz="1300" dirty="0"/>
          </a:p>
        </p:txBody>
      </p:sp>
      <p:sp>
        <p:nvSpPr>
          <p:cNvPr id="7" name="Text 4">
            <a:hlinkClick r:id="rId3"/>
          </p:cNvPr>
          <p:cNvSpPr txBox="1"/>
          <p:nvPr/>
        </p:nvSpPr>
        <p:spPr>
          <a:xfrm>
            <a:off x="777240" y="182880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https://devops0906.github.io/AI_CAMPUS/python-day3/anim/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>
            <a:hlinkClick r:id="rId3"/>
          </p:cNvPr>
          <p:cNvSpPr txBox="1"/>
          <p:nvPr/>
        </p:nvSpPr>
        <p:spPr>
          <a:xfrm>
            <a:off x="777240" y="2770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index.html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27706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애니메이션 목차 (신규 5 + 재사용 4 링크)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hlinkClick r:id="rId4"/>
          </p:cNvPr>
          <p:cNvSpPr txBox="1"/>
          <p:nvPr/>
        </p:nvSpPr>
        <p:spPr>
          <a:xfrm>
            <a:off x="777240" y="34107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34107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개념 워크시트 (70문항 · 제출 · 캡처)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애니메이션 (day3 폴더)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4348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1·2교시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D3-1_클래스_인스턴스_모델.html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44348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D3-2_상속_메서드탐색.html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81888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D3-3_파일_입출력_흐름.html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481888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D3-4_JSON_직렬화_왕복.html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20293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D3-5_시리얼_스트림.html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재사용: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추적기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파이프라인</a:t>
            </a:r>
            <a:r>
              <a:rPr lang="en-US" sz="1100" dirty="0">
                <a:solidFill>
                  <a:srgbClr val="8A9BB8"/>
                </a:solidFill>
              </a:rPr>
              <a:t> (day1)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D2-5 트리 뷰어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D2-6 결정 트리</a:t>
            </a:r>
            <a:r>
              <a:rPr lang="en-US" sz="1100" dirty="0">
                <a:solidFill>
                  <a:srgbClr val="8A9BB8"/>
                </a:solidFill>
              </a:rPr>
              <a:t> (day2)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기초 — dict 를 졸업하기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09:00–09:50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dict 레코드의 한계(키 오타, 동작 분리)를 체감한다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 · __init__ · 인스턴스 속성 · 메서드 정의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 = "지금 이 인스턴스" 를 설명한다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속성은 서로 독립임을 안다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3/anim/D3-1_%ED%81%B4%EB%9E%98%EC%8A%A4_%EC%9D%B8%EC%8A%A4%ED%84%B4%EC%8A%A4_%EB%AA%A8%EB%8D%B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D3-1 클래스·인스턴스 모델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설계도만 — 데이터 0개 → ② 인스턴스 생성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독립 → ④ self 화살표가 인스턴스마다 이동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dict 오타 vs 클래스 오타 비교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토론: D2-6 결정 트리 — dict 로 부족한 순간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클래스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SensorReading: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node_id, t, h, 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self.node_id = node_id; self.t = t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is_alert(self):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self.t &gt; 35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 정체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r1.is_alert()  ==  SensorReading.is_alert(r1)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호출한 인스턴스가 self 로 자동 전달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오타의 운명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d["Temp"] → KeyError (실행해야 터짐, 힌트 없음)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r1.tmp → AttributeError (즉시·명확)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r2.t = 37.5  # r1 은 영향 없음 — 속성 상자는 각자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기초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1-1 SensorReading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__init__ 으로 속성 4개 저장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1-2 is_alert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self.t &gt; 35 (경계 35.0 은 False)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1-3 level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판정 규칙을 메서드로 이식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1-4 self 정체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same = (r1.is_alert() == SensorReading.is_alert(r1))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 4개 · is_alert 경계 · level 5단계 · same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 는? → 지금 메서드를 호출한 인스턴스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r1.tmp 오타 → AttributeError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"클래스는 설계도, 인스턴스는 데이터"를 자기 말로 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__init__ 안에서 self. 없이 대입한 학생(지역 변수) 교정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메서드에 self 를 빼먹은 학생 — TypeError 메시지 읽기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심화 — repr·클래스 변수·상속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10:00–10:50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__repr__ 로 읽기 좋은 객체를 만든다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변수(공유) vs 인스턴스 변수(각자), 조회 순서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상속·오버라이드·super() 를 쓴다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클래스 변수 함정을 안다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3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D3-1 ⑤⑥ · D3-2 상속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D3-1 ⑤ 조회 경로(점선) → ⑥ 클래스 변수 전파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D3-2 ② 자식에 없으면 부모로 → ③ 오버라이드는 자식에서 멈춤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super() 가 부모 __init__ 을 먼저 실행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super 누락 사고 — AttributeError 재현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__repr__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__repr__(self):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f"Reading({self.node_id}, T={self.t})"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print(r)  # 디버깅의 절반은 좋은 repr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변수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ALERT_T = 35    # 설계도에 한 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조회: 인스턴스 → 클래스 순서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SensorReading.ALERT_T = 30  # 전체 전파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CalibratedReading(SensorReading):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node_id, t, offset):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super().__init__(node_id, t)  # 부모 먼저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self.offset = offset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자식 __init__ 에서 super() 누락 → t 가 없다 (AttributeError)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심화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2-1 __repr__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Reading(ESP32-01, T=25.3) 정확 형식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2-2 전파 + 복구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ALERT_T=30 → 판정 확인 → 반드시 35 복구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2-3 CalibratedReading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super().__init__ + is_alert 오버라이드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2-4 가변 클래스 변수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Tally.log 공유를 실험으로 재현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repr 형식 · 전파+복구 · 상속 3검사 · shared [1,2]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 누락 → 부모 속성이 없어 AttributeError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순서(인스턴스→클래스)를 말로 설명하는가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r1.ALERT_T = 30 대입(인스턴스 변수 생성)과 클래스 대입을 구분하는가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"상속은 2단까지만" 실무 권고 전달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입출력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11:00–11:50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open(path, mode, encoding) 패턴을 기본으로 쓴다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w(지움) / a(이어쓰기) / r(없으면 예외) 구분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줄씩 읽기 + strip 습관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와 버퍼 — with 의 이유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3/anim/D3-3_%ED%8C%8C%EC%9D%BC_%EC%9E%85%EC%B6%9C%EB%A0%A5_%ED%9D%90%EB%A6%8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D3-3 with open 파일 흐름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'w' 가 지우는 순간 — write 전에 이미 빈 파일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'a' 이어쓰기 → ③ 한 줄씩 읽기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close 없이 종료 — 버퍼 유실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없는 파일 — 6교시 load 방어의 원형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3박자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open(p, "w", encoding="utf-8")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f.write("T=25.3,H=60\n")   # 개행은 직접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블록 끝 → 자동 close → 버퍼→디스크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"w"  여는 순간 기존 내용 삭제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  뒤에 이어쓰기 (로그 표준)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"r"  기본값, 없으면 FileNotFoundError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open(p, encoding="utf-8")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f:          # 메모리 효율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print(line.strip())  # \n 제거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 open(...) except FileNotFoundError: lines = []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입출력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3-1 로그 저장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LOG_TEXT → day1_log.txt (10줄 검증)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3-2 append_log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"a" 모드 + line + "\n"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3-3 파일에서 파싱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line in f + parse_line → good 8 / bad 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3-4 safe_write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있으면 False — 덮어쓰기 방지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10줄 · append 2회 · 8/2 · safe_write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open(p, "w") → 여는 순간 지운다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"w 로 소중한 로그를 연" 사고 시나리오를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f.write 에 개행을 빼먹은 학생 — 한 줄로 붙는 출력 관찰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encoding="utf-8" 을 습관으로 붙이는가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과 CSV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13:00–13:50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dump/load(파일) vs dumps/loads(문자열) 구분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복원하면 타입이 돌아온다 — split 파싱과의 차이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indent · ensure_ascii=False 저장 습관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인스턴스는 저장 불가 → to_dict 패턴 예고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3/anim/D3-4_JSON_%EC%A7%81%EB%A0%AC%ED%99%94_%EC%99%95%EB%B3%B5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D3-4 JSON 직렬화 왕복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dumps → ② dump(지름길) → ③ load 타입 복원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indent · ensure_ascii — 한글 "정문"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인스턴스 TypeError → to_dict 패턴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loads vs load 2×2 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2×2 표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문자열     파일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     dumps      dump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복원     loads      load    # s = string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왕복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json.dump(stats, f, indent=2, ensure_ascii=False)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restored = json.load(f)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restored == stats   # True, float 도 그대로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인스턴스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json.dumps(r)  → TypeError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이 아는 것: dict/list/str/숫자/bool/None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해법: r.to_dict() — 6교시에서 완성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사람·엑셀용 표는 CSV, 프로그램 왕복은 JSON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과 CSV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4-1 왕복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DAY2_READINGS → readings.json → restored == 비교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4-2 복원본 계산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T 평균 30.47 — float 이라 바로 계산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4-3 CSV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id,T,H,D + 6행 (newline="")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4-4 ensure_ascii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vs False 두 문자열 비교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왕복+indent · 30.47 · 헤더+7행 · 이스케이프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dump vs dumps → 파일 / 문자열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"복원하면 타입이 돌아온다"를 어제 split 과 대비해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loads 에 파일을 넣은 학생 — 인자를 보면 안다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옵션 2개(indent, ensure_ascii)를 습관화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연동 — os·subprocess·시리얼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14:00–14:50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makedirs(exist_ok) · pathlib / 연산자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subprocess.run — !명령 을 코드 안에서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시리얼 수집 루프의 구조를 읽는다 (실행은 장비 주간)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줄·손상·조각 처리와 안전 종료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3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D3-5 시리얼 스트림 · 04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정상 → ② 손상 혼입 → ③ 경계 어긋난 조각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readline 은 \n 에서 자를 뿐 — 검증 필수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timeout 빈 줄 → ⑤ 전체 리허설(무중단)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04: 잘라낸 한 줄이 들어가는 곳 (어제의 파서)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os.makedirs("data", exist_ok=True)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Path("data") / "log.txt"   # 덧셈 금지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subprocess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subprocess.run([sys.executable, "-c", ...],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capture_output=True, text=True)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r.stdout   # Jetson 시스템 정보도 이 형태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루프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 = ser.readline().decode().strip()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line: continue       # timeout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 t,h,d = parse_line(line)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(FrameError, ValueError): bad+=1; continue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종료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KeyboardInterrupt: break  # Ctrl-C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연동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5-1 data 폴더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makedirs + 저장 + listdir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5-2 subprocess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-c "print(6*7)" → out "42"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5-3 리플레이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 집계 → 3 · 2 · 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5-4 안전 종료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KeyboardInterrupt → processed 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폴더+파일 · 42 · 3/2/1 · processed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readline 절단 기준 → 개행 \n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"open 을 Serial 로 바꾸면 그대로 장비 코드"라는 연결을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경로를 문자열 덧셈으로 만든 학생 → pathlib 로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줄을 except 로 처리한 학생 — 오류가 아님을 구분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설계 — SensorLogger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15:00–15:50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→ 메서드 목록 도출 (라이브 설계)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to_dict / from_dict(classmethod) 왕복 패턴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의 예외 배치 — 대처할 수 있는 곳에서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메서드 호출도 같은 스택 프레임 (self 가 인자)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3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D3-1 · D3-4 · 03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D3-4 ⑤ 인스턴스 → dict → 파일 왕복 완성형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D3-1 ① — from_dict 의 cls = "설계도로 찍는다"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[Day 2] 함수 호출 — logger.add 프레임에 self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코딩: 메서드 하나 완성할 때마다 즉시 실행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"모으고, 남기고, 불러와 이어서 모은다"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add / save / load / stats_by_node / report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to_dict(self): return {"id": ..., "T": ...}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@classmethod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from_dict(cls, d): return cls(d["id"], 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복원 시점엔 인스턴스가 없다 → cls 로 찍는다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예외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 ... json.load(f)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FileNotFoundError: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self.readings = []   # 첫 실행은 정상 시나리오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영속성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→ 새 로거 load → add — 세션을 넘어 이어진다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SensorLogger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6-1 to_dict / from_dict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id/T/H/D · classmethod 여부까지 채점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6-2 add / save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to_dict 목록을 dump — 파일 구조 검증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6-3 load 시나리오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빈 리스트 · save 2 → load → add 1 → 3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6-4 stats_by_node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함수의 메서드화 — self.readings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왕복+classmethod · 파일 구조 · 시나리오 · stats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from_dict 가 classmethod 인 이유 → 인스턴스가 없어 cls 로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from_dict 안에서 self 를 쓰는 학생 → cls 교정 (D3-1 ①)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FileNotFoundError 와 JSONDecodeError 를 구분해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 를 add 마다 부르는 설계 → "언제 저장?" 토론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 — 저장되는 센서 로거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384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16:00–16:50 · 2인 1조 허용, 각자 제출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548640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A · SensorLogger 완성 (필수, 35분)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783080"/>
            <a:ext cx="502920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SensorReading: 속성4 + __repr__ + is_alert + to_dict + from_dict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SensorLogger: add · save · load · stats_by_node · report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시나리오: siteA.json — 6개 add → save → 새 로거 load → 2개 추가 → 총 8개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report: f-string 표 + ALERT 노드 ⚠, 컴프리헨션 1회 이상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61188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86968" y="3685032"/>
            <a:ext cx="4809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     avg_T   max_T  alerts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ESP32-01   31.6    37.2      2 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ESP32-02   33.4    36.9      1 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ESP32-03   27.5    33.4      0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212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4항목 — 8개 시나리오 · 파일 구조 · stats 정합 · ⚠ 표시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234440"/>
            <a:ext cx="539496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B · 내보내기와 복구 (선택, 15분)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1783080"/>
            <a:ext cx="493776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export_csv — 헤더 node,T,H,D,alert + 8행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load_robust: path 시도 → JSONDecodeError 면 .bak → 둘 다 실패 시 []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broken.json / hopeless.json 준비 셀 제공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err_counts = Counter() 로 예외 이름별 집계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92240" y="34290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601968" y="3502152"/>
            <a:ext cx="4718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[] {'JSONDecodeError': 2, 'FileNotFoundError': 1}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4526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막히면: </a:t>
            </a:r>
            <a:r>
              <a:rPr lang="en-US" sz="115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구조 → D2-5 트리 뷰어 · 왕복 → D3-4 ⑤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5120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빨리 끝낸 조: __len__ 구현 · siteA.json 을 Drive 로 옮겨 진짜 영구 저장 확인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· 퀴즈 · 제출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17:00–17:50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13990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A 모범 답안 리뷰 (🔒 7-A 셀)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17190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classmethod·예외 배치 중심 — D3-1 ①, D3-4 ⑤ 로 해설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258568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23500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2331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퀴즈 (Google Forms, 10문항)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26517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 → D3-1 · w 모드 → D3-3 · dump/dumps → D3-4 로 해설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91256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32826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5분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32644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· Day 4 예고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35844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로거에 스트림과 리포트를 붙여 프로젝트 완성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4123944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777240" y="421538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10분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737360" y="41970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45171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Day3_이름.ipynb + siteA.json + 개념 워크시트 캡처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543800" y="1325880"/>
            <a:ext cx="4114800" cy="3703320"/>
          </a:xfrm>
          <a:prstGeom prst="roundRect">
            <a:avLst>
              <a:gd name="adj" fmla="val 296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7724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(Day 3 몫)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8755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10점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0" y="2130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문항당 1점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TODO 자동 채점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87552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32점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2907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1~6교시 24 + 과제 A 4 + 과제 B 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87552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7×10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0" y="3685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정리 캡처(노션) 또는 결과 코드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+ siteA.json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87552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필수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462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미제출 시 실습 0점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543800" y="52120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7772400" y="5303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폴더: 공유 Drive › 온디바이스AI_Python › Day3 › 제출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파일명: Day3_이름.ipynb + siteA.json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워크시트: </a:t>
            </a:r>
            <a:endParaRPr lang="en-US" sz="1050" dirty="0"/>
          </a:p>
          <a:p>
            <a:pPr marL="0" indent="0">
              <a:buNone/>
            </a:pPr>
            <a:r>
              <a:rPr lang="en-US" sz="105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…/anim/worksheet.html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정리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항목 옆 번호는 다시 볼 애니메이션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600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설계도와 데이터 — self 는 "지금 이 인스턴스", 오타는 즉시 AttributeError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24128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7772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377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조회는 인스턴스→클래스, 탐색은 자식→부모 · 자식 __init__ 첫 줄은 super()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7724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"w" 는 지우고 "a" 는 잇는다 — with 가 close 를 보장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84048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3931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dump/load 파일 · dumps/loads 문자열 — 복원하면 타입이 돌아온다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77724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560320" y="4709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인스턴스는 to_dict 로 저장, from_dict(classmethod) 로 복원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241280" y="4709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D3-4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39496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77240" y="5486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스트림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2560320" y="5486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readline 은 \n 절단뿐 — 검증·건너뛰기·안전 종료가 견고한 수집기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241280" y="5486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280160"/>
            <a:ext cx="146304" cy="2743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128016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 예고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프로젝트 — 9/7 (월)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2651760"/>
            <a:ext cx="59436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SensorLogger 에 실시간 스트림 리플레이를 붙입니다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리포트 + 간단 시각화(matplotlib)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패키징(sensors.py + logger.py) 과 조별 발표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Jetson·라즈베리파이 실습 주간으로 가는 다리 — open() 을 Serial() 로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8952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8181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과제 (선택)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B 미완이면 완성해 오기 (내일 출발 코드)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siteA.json 을 Drive 로 옮겨 영구 저장 확인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D3-4 ⑥ 표를 보지 않고 그려 보기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5120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6874</Words>
  <Application>Microsoft Office PowerPoint</Application>
  <PresentationFormat>와이드스크린</PresentationFormat>
  <Paragraphs>668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Day 3 — 클래스·파일·시스템 연동</dc:title>
  <dc:subject>PptxGenJS Presentation</dc:subject>
  <dc:creator>디지털노마드연구소</dc:creator>
  <cp:lastModifiedBy>디지털노마드연구소</cp:lastModifiedBy>
  <cp:revision>1</cp:revision>
  <dcterms:created xsi:type="dcterms:W3CDTF">2026-09-06T13:01:07Z</dcterms:created>
  <dcterms:modified xsi:type="dcterms:W3CDTF">2026-09-06T13:03:03Z</dcterms:modified>
</cp:coreProperties>
</file>